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handoutMasterIdLst>
    <p:handoutMasterId r:id="rId18"/>
  </p:handoutMasterIdLst>
  <p:sldIdLst>
    <p:sldId id="269" r:id="rId2"/>
    <p:sldId id="284" r:id="rId3"/>
    <p:sldId id="278" r:id="rId4"/>
    <p:sldId id="272" r:id="rId5"/>
    <p:sldId id="273" r:id="rId6"/>
    <p:sldId id="274" r:id="rId7"/>
    <p:sldId id="275" r:id="rId8"/>
    <p:sldId id="270" r:id="rId9"/>
    <p:sldId id="276" r:id="rId10"/>
    <p:sldId id="277" r:id="rId11"/>
    <p:sldId id="280" r:id="rId12"/>
    <p:sldId id="281" r:id="rId13"/>
    <p:sldId id="282" r:id="rId14"/>
    <p:sldId id="279" r:id="rId15"/>
    <p:sldId id="283"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7D82B8"/>
    <a:srgbClr val="E0C5DE"/>
    <a:srgbClr val="6B0504"/>
    <a:srgbClr val="47A025"/>
    <a:srgbClr val="A3320B"/>
    <a:srgbClr val="EF798A"/>
    <a:srgbClr val="19381F"/>
    <a:srgbClr val="D5E68D"/>
    <a:srgbClr val="24102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059"/>
    <p:restoredTop sz="80016"/>
  </p:normalViewPr>
  <p:slideViewPr>
    <p:cSldViewPr snapToGrid="0" snapToObjects="1">
      <p:cViewPr varScale="1">
        <p:scale>
          <a:sx n="90" d="100"/>
          <a:sy n="90" d="100"/>
        </p:scale>
        <p:origin x="1677" y="69"/>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97" d="100"/>
          <a:sy n="97" d="100"/>
        </p:scale>
        <p:origin x="4328"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C1155A3-6A99-CC40-A6EE-754DF736E29F}" type="doc">
      <dgm:prSet loTypeId="urn:microsoft.com/office/officeart/2005/8/layout/process4" loCatId="" qsTypeId="urn:microsoft.com/office/officeart/2005/8/quickstyle/simple1" qsCatId="simple" csTypeId="urn:microsoft.com/office/officeart/2005/8/colors/colorful1" csCatId="colorful" phldr="1"/>
      <dgm:spPr/>
      <dgm:t>
        <a:bodyPr/>
        <a:lstStyle/>
        <a:p>
          <a:endParaRPr lang="en-US"/>
        </a:p>
      </dgm:t>
    </dgm:pt>
    <dgm:pt modelId="{155E8DFC-768C-8B4E-94B0-F439BDDC673A}">
      <dgm:prSet phldrT="[Text]"/>
      <dgm:spPr/>
      <dgm:t>
        <a:bodyPr/>
        <a:lstStyle/>
        <a:p>
          <a:r>
            <a:rPr lang="en-US" dirty="0">
              <a:solidFill>
                <a:schemeClr val="tx1"/>
              </a:solidFill>
              <a:latin typeface="Oxygen" panose="02000503000000000000" pitchFamily="2" charset="77"/>
            </a:rPr>
            <a:t>Inputs</a:t>
          </a:r>
        </a:p>
      </dgm:t>
    </dgm:pt>
    <dgm:pt modelId="{B4E8E14A-D715-F84F-94CC-282E2C5D1509}" type="parTrans" cxnId="{56358FC2-4EFC-6243-BA5F-27AAE57643D1}">
      <dgm:prSet/>
      <dgm:spPr/>
      <dgm:t>
        <a:bodyPr/>
        <a:lstStyle/>
        <a:p>
          <a:endParaRPr lang="en-US">
            <a:latin typeface="Oxygen" panose="02000503000000000000" pitchFamily="2" charset="77"/>
          </a:endParaRPr>
        </a:p>
      </dgm:t>
    </dgm:pt>
    <dgm:pt modelId="{2F86E69B-1F66-C849-80E0-915C44E84389}" type="sibTrans" cxnId="{56358FC2-4EFC-6243-BA5F-27AAE57643D1}">
      <dgm:prSet/>
      <dgm:spPr/>
      <dgm:t>
        <a:bodyPr/>
        <a:lstStyle/>
        <a:p>
          <a:endParaRPr lang="en-US">
            <a:latin typeface="Oxygen" panose="02000503000000000000" pitchFamily="2" charset="77"/>
          </a:endParaRPr>
        </a:p>
      </dgm:t>
    </dgm:pt>
    <dgm:pt modelId="{72F511FA-7919-1E47-B11B-1938457C557E}">
      <dgm:prSet phldrT="[Text]"/>
      <dgm:spPr/>
      <dgm:t>
        <a:bodyPr/>
        <a:lstStyle/>
        <a:p>
          <a:r>
            <a:rPr lang="en-US" dirty="0">
              <a:latin typeface="Oxygen" panose="02000503000000000000" pitchFamily="2" charset="77"/>
            </a:rPr>
            <a:t>Upload</a:t>
          </a:r>
        </a:p>
      </dgm:t>
    </dgm:pt>
    <dgm:pt modelId="{714588E6-37FD-1B4A-BB87-DDF34827A0FC}" type="parTrans" cxnId="{36C1740B-A562-6940-A564-3AB7C71F6436}">
      <dgm:prSet/>
      <dgm:spPr/>
      <dgm:t>
        <a:bodyPr/>
        <a:lstStyle/>
        <a:p>
          <a:endParaRPr lang="en-US">
            <a:latin typeface="Oxygen" panose="02000503000000000000" pitchFamily="2" charset="77"/>
          </a:endParaRPr>
        </a:p>
      </dgm:t>
    </dgm:pt>
    <dgm:pt modelId="{DFB3C110-340C-934C-9E9D-10E56EA7419F}" type="sibTrans" cxnId="{36C1740B-A562-6940-A564-3AB7C71F6436}">
      <dgm:prSet/>
      <dgm:spPr/>
      <dgm:t>
        <a:bodyPr/>
        <a:lstStyle/>
        <a:p>
          <a:endParaRPr lang="en-US">
            <a:latin typeface="Oxygen" panose="02000503000000000000" pitchFamily="2" charset="77"/>
          </a:endParaRPr>
        </a:p>
      </dgm:t>
    </dgm:pt>
    <dgm:pt modelId="{F3621F27-3615-5B49-B883-7971685E46CF}">
      <dgm:prSet phldrT="[Text]"/>
      <dgm:spPr/>
      <dgm:t>
        <a:bodyPr/>
        <a:lstStyle/>
        <a:p>
          <a:r>
            <a:rPr lang="en-US" dirty="0">
              <a:latin typeface="Oxygen" panose="02000503000000000000" pitchFamily="2" charset="77"/>
            </a:rPr>
            <a:t>Local Monitor</a:t>
          </a:r>
        </a:p>
      </dgm:t>
    </dgm:pt>
    <dgm:pt modelId="{9B4A955D-88BF-DF47-A1AD-FF51E79FC20A}" type="parTrans" cxnId="{AF9323A6-5A6D-854A-8B03-C94999D48026}">
      <dgm:prSet/>
      <dgm:spPr/>
      <dgm:t>
        <a:bodyPr/>
        <a:lstStyle/>
        <a:p>
          <a:endParaRPr lang="en-US">
            <a:latin typeface="Oxygen" panose="02000503000000000000" pitchFamily="2" charset="77"/>
          </a:endParaRPr>
        </a:p>
      </dgm:t>
    </dgm:pt>
    <dgm:pt modelId="{78AF5CD4-212B-7C48-8CA0-B5A29A79541C}" type="sibTrans" cxnId="{AF9323A6-5A6D-854A-8B03-C94999D48026}">
      <dgm:prSet/>
      <dgm:spPr/>
      <dgm:t>
        <a:bodyPr/>
        <a:lstStyle/>
        <a:p>
          <a:endParaRPr lang="en-US">
            <a:latin typeface="Oxygen" panose="02000503000000000000" pitchFamily="2" charset="77"/>
          </a:endParaRPr>
        </a:p>
      </dgm:t>
    </dgm:pt>
    <dgm:pt modelId="{988EB7B0-4360-1F41-82F0-B861C4653CD5}">
      <dgm:prSet phldrT="[Text]"/>
      <dgm:spPr/>
      <dgm:t>
        <a:bodyPr/>
        <a:lstStyle/>
        <a:p>
          <a:r>
            <a:rPr lang="en-US" dirty="0">
              <a:solidFill>
                <a:schemeClr val="tx1"/>
              </a:solidFill>
              <a:latin typeface="Oxygen" panose="02000503000000000000" pitchFamily="2" charset="77"/>
            </a:rPr>
            <a:t>Parsing</a:t>
          </a:r>
        </a:p>
      </dgm:t>
    </dgm:pt>
    <dgm:pt modelId="{183A10D1-080D-F849-92A7-FBAB36986BEF}" type="parTrans" cxnId="{ADB2CE9B-D549-0344-BFFC-A6B589877397}">
      <dgm:prSet/>
      <dgm:spPr/>
      <dgm:t>
        <a:bodyPr/>
        <a:lstStyle/>
        <a:p>
          <a:endParaRPr lang="en-US">
            <a:latin typeface="Oxygen" panose="02000503000000000000" pitchFamily="2" charset="77"/>
          </a:endParaRPr>
        </a:p>
      </dgm:t>
    </dgm:pt>
    <dgm:pt modelId="{A26C1E99-3400-1342-B440-24B1289C5BE0}" type="sibTrans" cxnId="{ADB2CE9B-D549-0344-BFFC-A6B589877397}">
      <dgm:prSet/>
      <dgm:spPr/>
      <dgm:t>
        <a:bodyPr/>
        <a:lstStyle/>
        <a:p>
          <a:endParaRPr lang="en-US">
            <a:latin typeface="Oxygen" panose="02000503000000000000" pitchFamily="2" charset="77"/>
          </a:endParaRPr>
        </a:p>
      </dgm:t>
    </dgm:pt>
    <dgm:pt modelId="{5F168E3F-5AF6-F341-BC34-6E42604C869B}">
      <dgm:prSet phldrT="[Text]"/>
      <dgm:spPr/>
      <dgm:t>
        <a:bodyPr/>
        <a:lstStyle/>
        <a:p>
          <a:r>
            <a:rPr lang="en-US" dirty="0">
              <a:latin typeface="Oxygen" panose="02000503000000000000" pitchFamily="2" charset="77"/>
            </a:rPr>
            <a:t>Source and event typing</a:t>
          </a:r>
        </a:p>
      </dgm:t>
    </dgm:pt>
    <dgm:pt modelId="{3B8BEA57-AF96-DA47-BECA-0FE83B7CB52B}" type="parTrans" cxnId="{0D44504E-097C-CB47-95BE-CA70FF94F3DE}">
      <dgm:prSet/>
      <dgm:spPr/>
      <dgm:t>
        <a:bodyPr/>
        <a:lstStyle/>
        <a:p>
          <a:endParaRPr lang="en-US">
            <a:latin typeface="Oxygen" panose="02000503000000000000" pitchFamily="2" charset="77"/>
          </a:endParaRPr>
        </a:p>
      </dgm:t>
    </dgm:pt>
    <dgm:pt modelId="{E24ED8A3-E2FE-8A45-B90A-5435DD84A3FF}" type="sibTrans" cxnId="{0D44504E-097C-CB47-95BE-CA70FF94F3DE}">
      <dgm:prSet/>
      <dgm:spPr/>
      <dgm:t>
        <a:bodyPr/>
        <a:lstStyle/>
        <a:p>
          <a:endParaRPr lang="en-US">
            <a:latin typeface="Oxygen" panose="02000503000000000000" pitchFamily="2" charset="77"/>
          </a:endParaRPr>
        </a:p>
      </dgm:t>
    </dgm:pt>
    <dgm:pt modelId="{C6D5E468-9F33-7C4B-A465-816F4D44B63D}">
      <dgm:prSet phldrT="[Text]"/>
      <dgm:spPr/>
      <dgm:t>
        <a:bodyPr/>
        <a:lstStyle/>
        <a:p>
          <a:r>
            <a:rPr lang="en-US" dirty="0">
              <a:latin typeface="Oxygen" panose="02000503000000000000" pitchFamily="2" charset="77"/>
            </a:rPr>
            <a:t>Character set normalization</a:t>
          </a:r>
        </a:p>
      </dgm:t>
    </dgm:pt>
    <dgm:pt modelId="{36DA1BA5-8B14-8C4B-ABD7-B7DD21672712}" type="parTrans" cxnId="{DEB93EFE-2954-E540-A63D-AF2D8C90572E}">
      <dgm:prSet/>
      <dgm:spPr/>
      <dgm:t>
        <a:bodyPr/>
        <a:lstStyle/>
        <a:p>
          <a:endParaRPr lang="en-US">
            <a:latin typeface="Oxygen" panose="02000503000000000000" pitchFamily="2" charset="77"/>
          </a:endParaRPr>
        </a:p>
      </dgm:t>
    </dgm:pt>
    <dgm:pt modelId="{EFC1C8F7-957C-8F46-BB26-36C726605706}" type="sibTrans" cxnId="{DEB93EFE-2954-E540-A63D-AF2D8C90572E}">
      <dgm:prSet/>
      <dgm:spPr/>
      <dgm:t>
        <a:bodyPr/>
        <a:lstStyle/>
        <a:p>
          <a:endParaRPr lang="en-US">
            <a:latin typeface="Oxygen" panose="02000503000000000000" pitchFamily="2" charset="77"/>
          </a:endParaRPr>
        </a:p>
      </dgm:t>
    </dgm:pt>
    <dgm:pt modelId="{5556FCFC-25A9-C048-A98C-2289F09E491A}">
      <dgm:prSet phldrT="[Text]"/>
      <dgm:spPr/>
      <dgm:t>
        <a:bodyPr/>
        <a:lstStyle/>
        <a:p>
          <a:r>
            <a:rPr lang="en-US" dirty="0">
              <a:latin typeface="Oxygen" panose="02000503000000000000" pitchFamily="2" charset="77"/>
            </a:rPr>
            <a:t>Indexing</a:t>
          </a:r>
        </a:p>
      </dgm:t>
    </dgm:pt>
    <dgm:pt modelId="{227A114C-B032-4744-9063-3CCBBCDE3A0D}" type="parTrans" cxnId="{F95EC372-5450-514E-9D1B-03FFA3D8F7A4}">
      <dgm:prSet/>
      <dgm:spPr/>
      <dgm:t>
        <a:bodyPr/>
        <a:lstStyle/>
        <a:p>
          <a:endParaRPr lang="en-US">
            <a:latin typeface="Oxygen" panose="02000503000000000000" pitchFamily="2" charset="77"/>
          </a:endParaRPr>
        </a:p>
      </dgm:t>
    </dgm:pt>
    <dgm:pt modelId="{DBE4C428-EBE3-C047-8877-62D6DFE037EE}" type="sibTrans" cxnId="{F95EC372-5450-514E-9D1B-03FFA3D8F7A4}">
      <dgm:prSet/>
      <dgm:spPr/>
      <dgm:t>
        <a:bodyPr/>
        <a:lstStyle/>
        <a:p>
          <a:endParaRPr lang="en-US">
            <a:latin typeface="Oxygen" panose="02000503000000000000" pitchFamily="2" charset="77"/>
          </a:endParaRPr>
        </a:p>
      </dgm:t>
    </dgm:pt>
    <dgm:pt modelId="{F9494D85-D27A-7844-BEF2-5AADA5292F06}">
      <dgm:prSet phldrT="[Text]"/>
      <dgm:spPr/>
      <dgm:t>
        <a:bodyPr/>
        <a:lstStyle/>
        <a:p>
          <a:r>
            <a:rPr lang="en-US" dirty="0">
              <a:latin typeface="Oxygen" panose="02000503000000000000" pitchFamily="2" charset="77"/>
            </a:rPr>
            <a:t>Segmentation</a:t>
          </a:r>
        </a:p>
      </dgm:t>
    </dgm:pt>
    <dgm:pt modelId="{5874651D-580C-D646-9443-9ECB85BF6BC9}" type="parTrans" cxnId="{95138572-762C-054B-B8B6-C52263CB8CF4}">
      <dgm:prSet/>
      <dgm:spPr/>
      <dgm:t>
        <a:bodyPr/>
        <a:lstStyle/>
        <a:p>
          <a:endParaRPr lang="en-US">
            <a:latin typeface="Oxygen" panose="02000503000000000000" pitchFamily="2" charset="77"/>
          </a:endParaRPr>
        </a:p>
      </dgm:t>
    </dgm:pt>
    <dgm:pt modelId="{0F590333-CBCE-CC4E-A272-4D1A4B4F6A56}" type="sibTrans" cxnId="{95138572-762C-054B-B8B6-C52263CB8CF4}">
      <dgm:prSet/>
      <dgm:spPr/>
      <dgm:t>
        <a:bodyPr/>
        <a:lstStyle/>
        <a:p>
          <a:endParaRPr lang="en-US">
            <a:latin typeface="Oxygen" panose="02000503000000000000" pitchFamily="2" charset="77"/>
          </a:endParaRPr>
        </a:p>
      </dgm:t>
    </dgm:pt>
    <dgm:pt modelId="{D0339B05-81D9-3047-B8B3-7EEEF7020691}">
      <dgm:prSet phldrT="[Text]"/>
      <dgm:spPr/>
      <dgm:t>
        <a:bodyPr/>
        <a:lstStyle/>
        <a:p>
          <a:r>
            <a:rPr lang="en-US" dirty="0">
              <a:latin typeface="Oxygen" panose="02000503000000000000" pitchFamily="2" charset="77"/>
            </a:rPr>
            <a:t>TCP/UDP</a:t>
          </a:r>
        </a:p>
      </dgm:t>
    </dgm:pt>
    <dgm:pt modelId="{D128476C-4476-C34A-8A26-F4FFE27C5907}" type="parTrans" cxnId="{5BFA6B2E-3B9E-0346-884E-15BA633C700A}">
      <dgm:prSet/>
      <dgm:spPr/>
      <dgm:t>
        <a:bodyPr/>
        <a:lstStyle/>
        <a:p>
          <a:endParaRPr lang="en-US">
            <a:latin typeface="Oxygen" panose="02000503000000000000" pitchFamily="2" charset="77"/>
          </a:endParaRPr>
        </a:p>
      </dgm:t>
    </dgm:pt>
    <dgm:pt modelId="{587DA73F-BB24-6D4D-A586-E094CA95BB28}" type="sibTrans" cxnId="{5BFA6B2E-3B9E-0346-884E-15BA633C700A}">
      <dgm:prSet/>
      <dgm:spPr/>
      <dgm:t>
        <a:bodyPr/>
        <a:lstStyle/>
        <a:p>
          <a:endParaRPr lang="en-US">
            <a:latin typeface="Oxygen" panose="02000503000000000000" pitchFamily="2" charset="77"/>
          </a:endParaRPr>
        </a:p>
      </dgm:t>
    </dgm:pt>
    <dgm:pt modelId="{D4823045-82FF-4A42-B4A3-ED23AD9FA7CE}">
      <dgm:prSet phldrT="[Text]"/>
      <dgm:spPr/>
      <dgm:t>
        <a:bodyPr/>
        <a:lstStyle/>
        <a:p>
          <a:r>
            <a:rPr lang="en-US" dirty="0">
              <a:latin typeface="Oxygen" panose="02000503000000000000" pitchFamily="2" charset="77"/>
            </a:rPr>
            <a:t>Scripted</a:t>
          </a:r>
        </a:p>
      </dgm:t>
    </dgm:pt>
    <dgm:pt modelId="{FEE53800-F9F3-8E4D-9734-B1A44CDEC6E4}" type="parTrans" cxnId="{D671F3B7-79F7-9A43-B6FD-5E76337A357E}">
      <dgm:prSet/>
      <dgm:spPr/>
      <dgm:t>
        <a:bodyPr/>
        <a:lstStyle/>
        <a:p>
          <a:endParaRPr lang="en-US">
            <a:latin typeface="Oxygen" panose="02000503000000000000" pitchFamily="2" charset="77"/>
          </a:endParaRPr>
        </a:p>
      </dgm:t>
    </dgm:pt>
    <dgm:pt modelId="{C5ADA2CF-AF46-B648-8BC1-38CE4258E008}" type="sibTrans" cxnId="{D671F3B7-79F7-9A43-B6FD-5E76337A357E}">
      <dgm:prSet/>
      <dgm:spPr/>
      <dgm:t>
        <a:bodyPr/>
        <a:lstStyle/>
        <a:p>
          <a:endParaRPr lang="en-US">
            <a:latin typeface="Oxygen" panose="02000503000000000000" pitchFamily="2" charset="77"/>
          </a:endParaRPr>
        </a:p>
      </dgm:t>
    </dgm:pt>
    <dgm:pt modelId="{86CFCD96-04E3-8541-8540-310E70B3AC91}">
      <dgm:prSet phldrT="[Text]"/>
      <dgm:spPr/>
      <dgm:t>
        <a:bodyPr/>
        <a:lstStyle/>
        <a:p>
          <a:r>
            <a:rPr lang="en-US" dirty="0">
              <a:latin typeface="Oxygen" panose="02000503000000000000" pitchFamily="2" charset="77"/>
            </a:rPr>
            <a:t>Remote Monitor</a:t>
          </a:r>
        </a:p>
      </dgm:t>
    </dgm:pt>
    <dgm:pt modelId="{5E8488EF-28A7-4D41-9281-7D8BD3296752}" type="parTrans" cxnId="{6C505C22-0AC3-5545-8B10-DCA37E553CA6}">
      <dgm:prSet/>
      <dgm:spPr/>
      <dgm:t>
        <a:bodyPr/>
        <a:lstStyle/>
        <a:p>
          <a:endParaRPr lang="en-US">
            <a:latin typeface="Oxygen" panose="02000503000000000000" pitchFamily="2" charset="77"/>
          </a:endParaRPr>
        </a:p>
      </dgm:t>
    </dgm:pt>
    <dgm:pt modelId="{253D0196-7F6E-C94B-984F-28D64121021F}" type="sibTrans" cxnId="{6C505C22-0AC3-5545-8B10-DCA37E553CA6}">
      <dgm:prSet/>
      <dgm:spPr/>
      <dgm:t>
        <a:bodyPr/>
        <a:lstStyle/>
        <a:p>
          <a:endParaRPr lang="en-US">
            <a:latin typeface="Oxygen" panose="02000503000000000000" pitchFamily="2" charset="77"/>
          </a:endParaRPr>
        </a:p>
      </dgm:t>
    </dgm:pt>
    <dgm:pt modelId="{DCC22D8F-C1C2-CF4C-88C1-3152D7626BD3}">
      <dgm:prSet phldrT="[Text]"/>
      <dgm:spPr/>
      <dgm:t>
        <a:bodyPr/>
        <a:lstStyle/>
        <a:p>
          <a:r>
            <a:rPr lang="en-US" dirty="0">
              <a:latin typeface="Oxygen" panose="02000503000000000000" pitchFamily="2" charset="77"/>
            </a:rPr>
            <a:t>Line termination identification</a:t>
          </a:r>
        </a:p>
      </dgm:t>
    </dgm:pt>
    <dgm:pt modelId="{9EE37E49-4609-1A4D-A7F8-1991C9786501}" type="parTrans" cxnId="{1306C708-0450-924F-82EE-3485ED5FFA7D}">
      <dgm:prSet/>
      <dgm:spPr/>
      <dgm:t>
        <a:bodyPr/>
        <a:lstStyle/>
        <a:p>
          <a:endParaRPr lang="en-US">
            <a:latin typeface="Oxygen" panose="02000503000000000000" pitchFamily="2" charset="77"/>
          </a:endParaRPr>
        </a:p>
      </dgm:t>
    </dgm:pt>
    <dgm:pt modelId="{4E79273C-F968-7341-8BC2-86D08F69BE1C}" type="sibTrans" cxnId="{1306C708-0450-924F-82EE-3485ED5FFA7D}">
      <dgm:prSet/>
      <dgm:spPr/>
      <dgm:t>
        <a:bodyPr/>
        <a:lstStyle/>
        <a:p>
          <a:endParaRPr lang="en-US">
            <a:latin typeface="Oxygen" panose="02000503000000000000" pitchFamily="2" charset="77"/>
          </a:endParaRPr>
        </a:p>
      </dgm:t>
    </dgm:pt>
    <dgm:pt modelId="{E76361F9-982D-B043-A687-2C7E33E40489}">
      <dgm:prSet phldrT="[Text]"/>
      <dgm:spPr/>
      <dgm:t>
        <a:bodyPr/>
        <a:lstStyle/>
        <a:p>
          <a:r>
            <a:rPr lang="en-US" dirty="0">
              <a:latin typeface="Oxygen" panose="02000503000000000000" pitchFamily="2" charset="77"/>
            </a:rPr>
            <a:t>Timestamp identification</a:t>
          </a:r>
        </a:p>
      </dgm:t>
    </dgm:pt>
    <dgm:pt modelId="{B667C749-2E20-0E47-9375-A6A1B3235771}" type="parTrans" cxnId="{58EC1D4C-0C5E-7348-9298-7D54150F1C5C}">
      <dgm:prSet/>
      <dgm:spPr/>
      <dgm:t>
        <a:bodyPr/>
        <a:lstStyle/>
        <a:p>
          <a:endParaRPr lang="en-US">
            <a:latin typeface="Oxygen" panose="02000503000000000000" pitchFamily="2" charset="77"/>
          </a:endParaRPr>
        </a:p>
      </dgm:t>
    </dgm:pt>
    <dgm:pt modelId="{B2CB842C-3A8B-6343-A1F8-8A2F6188009E}" type="sibTrans" cxnId="{58EC1D4C-0C5E-7348-9298-7D54150F1C5C}">
      <dgm:prSet/>
      <dgm:spPr/>
      <dgm:t>
        <a:bodyPr/>
        <a:lstStyle/>
        <a:p>
          <a:endParaRPr lang="en-US">
            <a:latin typeface="Oxygen" panose="02000503000000000000" pitchFamily="2" charset="77"/>
          </a:endParaRPr>
        </a:p>
      </dgm:t>
    </dgm:pt>
    <dgm:pt modelId="{6E0010AE-4B62-E14F-ACF6-39EE48AF4332}">
      <dgm:prSet phldrT="[Text]"/>
      <dgm:spPr/>
      <dgm:t>
        <a:bodyPr/>
        <a:lstStyle/>
        <a:p>
          <a:r>
            <a:rPr lang="en-US" dirty="0">
              <a:latin typeface="Oxygen" panose="02000503000000000000" pitchFamily="2" charset="77"/>
            </a:rPr>
            <a:t>Regex transforms, parse-time field creation</a:t>
          </a:r>
        </a:p>
      </dgm:t>
    </dgm:pt>
    <dgm:pt modelId="{DBF1CF28-0B96-114E-8C4F-32A95648CB9F}" type="parTrans" cxnId="{DC73285A-2F3F-B74F-9F0A-4556DE268064}">
      <dgm:prSet/>
      <dgm:spPr/>
      <dgm:t>
        <a:bodyPr/>
        <a:lstStyle/>
        <a:p>
          <a:endParaRPr lang="en-US">
            <a:latin typeface="Oxygen" panose="02000503000000000000" pitchFamily="2" charset="77"/>
          </a:endParaRPr>
        </a:p>
      </dgm:t>
    </dgm:pt>
    <dgm:pt modelId="{6AF31FE8-9172-614D-9291-A742961428AA}" type="sibTrans" cxnId="{DC73285A-2F3F-B74F-9F0A-4556DE268064}">
      <dgm:prSet/>
      <dgm:spPr/>
      <dgm:t>
        <a:bodyPr/>
        <a:lstStyle/>
        <a:p>
          <a:endParaRPr lang="en-US">
            <a:latin typeface="Oxygen" panose="02000503000000000000" pitchFamily="2" charset="77"/>
          </a:endParaRPr>
        </a:p>
      </dgm:t>
    </dgm:pt>
    <dgm:pt modelId="{492B1CE5-3F2A-E847-83DC-A2F99FB006C7}">
      <dgm:prSet phldrT="[Text]"/>
      <dgm:spPr/>
      <dgm:t>
        <a:bodyPr/>
        <a:lstStyle/>
        <a:p>
          <a:r>
            <a:rPr lang="en-US" dirty="0">
              <a:latin typeface="Oxygen" panose="02000503000000000000" pitchFamily="2" charset="77"/>
            </a:rPr>
            <a:t>Index building</a:t>
          </a:r>
        </a:p>
      </dgm:t>
    </dgm:pt>
    <dgm:pt modelId="{5BB65A1B-2035-A64F-A789-2816C44396A0}" type="parTrans" cxnId="{A46A1C97-22E9-2E47-AC00-1AF70F3AF87B}">
      <dgm:prSet/>
      <dgm:spPr/>
      <dgm:t>
        <a:bodyPr/>
        <a:lstStyle/>
        <a:p>
          <a:endParaRPr lang="en-US">
            <a:latin typeface="Oxygen" panose="02000503000000000000" pitchFamily="2" charset="77"/>
          </a:endParaRPr>
        </a:p>
      </dgm:t>
    </dgm:pt>
    <dgm:pt modelId="{922520FD-2609-7745-B2ED-BEE8020A8BB1}" type="sibTrans" cxnId="{A46A1C97-22E9-2E47-AC00-1AF70F3AF87B}">
      <dgm:prSet/>
      <dgm:spPr/>
      <dgm:t>
        <a:bodyPr/>
        <a:lstStyle/>
        <a:p>
          <a:endParaRPr lang="en-US">
            <a:latin typeface="Oxygen" panose="02000503000000000000" pitchFamily="2" charset="77"/>
          </a:endParaRPr>
        </a:p>
      </dgm:t>
    </dgm:pt>
    <dgm:pt modelId="{A700302E-4009-0043-8B31-6D1FEB1D6C9A}">
      <dgm:prSet phldrT="[Text]"/>
      <dgm:spPr/>
      <dgm:t>
        <a:bodyPr/>
        <a:lstStyle/>
        <a:p>
          <a:r>
            <a:rPr lang="en-US" dirty="0">
              <a:latin typeface="Oxygen" panose="02000503000000000000" pitchFamily="2" charset="77"/>
            </a:rPr>
            <a:t>Parsing queue</a:t>
          </a:r>
        </a:p>
      </dgm:t>
    </dgm:pt>
    <dgm:pt modelId="{D954ED3E-AC5A-2D48-96FC-023CA03F949A}" type="parTrans" cxnId="{E26D9640-5370-0C4F-A795-862AD571A720}">
      <dgm:prSet/>
      <dgm:spPr/>
      <dgm:t>
        <a:bodyPr/>
        <a:lstStyle/>
        <a:p>
          <a:endParaRPr lang="en-US">
            <a:latin typeface="Oxygen" panose="02000503000000000000" pitchFamily="2" charset="77"/>
          </a:endParaRPr>
        </a:p>
      </dgm:t>
    </dgm:pt>
    <dgm:pt modelId="{5CDB7018-09E2-2340-9EB1-40E7BAE4E00C}" type="sibTrans" cxnId="{E26D9640-5370-0C4F-A795-862AD571A720}">
      <dgm:prSet/>
      <dgm:spPr/>
      <dgm:t>
        <a:bodyPr/>
        <a:lstStyle/>
        <a:p>
          <a:endParaRPr lang="en-US">
            <a:latin typeface="Oxygen" panose="02000503000000000000" pitchFamily="2" charset="77"/>
          </a:endParaRPr>
        </a:p>
      </dgm:t>
    </dgm:pt>
    <dgm:pt modelId="{8AA259C8-B03A-0F49-986C-A2C122170334}">
      <dgm:prSet phldrT="[Text]"/>
      <dgm:spPr/>
      <dgm:t>
        <a:bodyPr/>
        <a:lstStyle/>
        <a:p>
          <a:r>
            <a:rPr lang="en-US" dirty="0">
              <a:latin typeface="Oxygen" panose="02000503000000000000" pitchFamily="2" charset="77"/>
            </a:rPr>
            <a:t>Indexing queue</a:t>
          </a:r>
        </a:p>
      </dgm:t>
    </dgm:pt>
    <dgm:pt modelId="{893A7649-12B4-1840-AB67-1ECC3F1A8FAF}" type="parTrans" cxnId="{1E943C73-D81D-AF4A-9003-B51F7D61584C}">
      <dgm:prSet/>
      <dgm:spPr/>
      <dgm:t>
        <a:bodyPr/>
        <a:lstStyle/>
        <a:p>
          <a:endParaRPr lang="en-US">
            <a:latin typeface="Oxygen" panose="02000503000000000000" pitchFamily="2" charset="77"/>
          </a:endParaRPr>
        </a:p>
      </dgm:t>
    </dgm:pt>
    <dgm:pt modelId="{87D06067-50FB-C645-B5E3-68A90ABFBE45}" type="sibTrans" cxnId="{1E943C73-D81D-AF4A-9003-B51F7D61584C}">
      <dgm:prSet/>
      <dgm:spPr/>
      <dgm:t>
        <a:bodyPr/>
        <a:lstStyle/>
        <a:p>
          <a:endParaRPr lang="en-US">
            <a:latin typeface="Oxygen" panose="02000503000000000000" pitchFamily="2" charset="77"/>
          </a:endParaRPr>
        </a:p>
      </dgm:t>
    </dgm:pt>
    <dgm:pt modelId="{AB20CD44-0048-A446-9DC8-3B04D45A3C03}">
      <dgm:prSet phldrT="[Text]"/>
      <dgm:spPr/>
      <dgm:t>
        <a:bodyPr/>
        <a:lstStyle/>
        <a:p>
          <a:r>
            <a:rPr lang="en-US" dirty="0">
              <a:latin typeface="Oxygen" panose="02000503000000000000" pitchFamily="2" charset="77"/>
            </a:rPr>
            <a:t>Search</a:t>
          </a:r>
        </a:p>
      </dgm:t>
    </dgm:pt>
    <dgm:pt modelId="{C6986B81-8752-8C4B-AA92-6B160B3FEC91}" type="parTrans" cxnId="{609C1A8A-8109-6E44-84B2-ED4D017126FE}">
      <dgm:prSet/>
      <dgm:spPr/>
      <dgm:t>
        <a:bodyPr/>
        <a:lstStyle/>
        <a:p>
          <a:endParaRPr lang="en-US"/>
        </a:p>
      </dgm:t>
    </dgm:pt>
    <dgm:pt modelId="{A0587F86-D23B-7A41-959E-00A911AB0E7A}" type="sibTrans" cxnId="{609C1A8A-8109-6E44-84B2-ED4D017126FE}">
      <dgm:prSet/>
      <dgm:spPr/>
      <dgm:t>
        <a:bodyPr/>
        <a:lstStyle/>
        <a:p>
          <a:endParaRPr lang="en-US"/>
        </a:p>
      </dgm:t>
    </dgm:pt>
    <dgm:pt modelId="{D4A28B64-7629-8D45-BD67-7D0AB5F69721}" type="pres">
      <dgm:prSet presAssocID="{AC1155A3-6A99-CC40-A6EE-754DF736E29F}" presName="Name0" presStyleCnt="0">
        <dgm:presLayoutVars>
          <dgm:dir/>
          <dgm:animLvl val="lvl"/>
          <dgm:resizeHandles val="exact"/>
        </dgm:presLayoutVars>
      </dgm:prSet>
      <dgm:spPr/>
    </dgm:pt>
    <dgm:pt modelId="{F95249EA-FAD0-5348-88C3-DD2389E8E0C3}" type="pres">
      <dgm:prSet presAssocID="{AB20CD44-0048-A446-9DC8-3B04D45A3C03}" presName="boxAndChildren" presStyleCnt="0"/>
      <dgm:spPr/>
    </dgm:pt>
    <dgm:pt modelId="{1B0A53D5-2341-DF4B-ADDB-5CBD24D269AA}" type="pres">
      <dgm:prSet presAssocID="{AB20CD44-0048-A446-9DC8-3B04D45A3C03}" presName="parentTextBox" presStyleLbl="node1" presStyleIdx="0" presStyleCnt="6"/>
      <dgm:spPr/>
    </dgm:pt>
    <dgm:pt modelId="{76D9ECB1-330E-F344-A45F-C6D7024C518B}" type="pres">
      <dgm:prSet presAssocID="{DBE4C428-EBE3-C047-8877-62D6DFE037EE}" presName="sp" presStyleCnt="0"/>
      <dgm:spPr/>
    </dgm:pt>
    <dgm:pt modelId="{58612EC6-8396-F140-B37B-8FF9697A61FA}" type="pres">
      <dgm:prSet presAssocID="{5556FCFC-25A9-C048-A98C-2289F09E491A}" presName="arrowAndChildren" presStyleCnt="0"/>
      <dgm:spPr/>
    </dgm:pt>
    <dgm:pt modelId="{1B95D263-A316-284E-98F0-45E3AE0AA532}" type="pres">
      <dgm:prSet presAssocID="{5556FCFC-25A9-C048-A98C-2289F09E491A}" presName="parentTextArrow" presStyleLbl="node1" presStyleIdx="0" presStyleCnt="6"/>
      <dgm:spPr/>
    </dgm:pt>
    <dgm:pt modelId="{20BBEA79-CAB6-694E-8819-A4052FD1EF06}" type="pres">
      <dgm:prSet presAssocID="{5556FCFC-25A9-C048-A98C-2289F09E491A}" presName="arrow" presStyleLbl="node1" presStyleIdx="1" presStyleCnt="6"/>
      <dgm:spPr/>
    </dgm:pt>
    <dgm:pt modelId="{0204D674-9C50-C34E-B628-1EB4F0D50E90}" type="pres">
      <dgm:prSet presAssocID="{5556FCFC-25A9-C048-A98C-2289F09E491A}" presName="descendantArrow" presStyleCnt="0"/>
      <dgm:spPr/>
    </dgm:pt>
    <dgm:pt modelId="{F0EA45B7-691E-6649-8040-6AD149BF2EEA}" type="pres">
      <dgm:prSet presAssocID="{F9494D85-D27A-7844-BEF2-5AADA5292F06}" presName="childTextArrow" presStyleLbl="fgAccFollowNode1" presStyleIdx="0" presStyleCnt="12">
        <dgm:presLayoutVars>
          <dgm:bulletEnabled val="1"/>
        </dgm:presLayoutVars>
      </dgm:prSet>
      <dgm:spPr/>
    </dgm:pt>
    <dgm:pt modelId="{E5CCADBE-795D-C341-939F-C63469665C2E}" type="pres">
      <dgm:prSet presAssocID="{492B1CE5-3F2A-E847-83DC-A2F99FB006C7}" presName="childTextArrow" presStyleLbl="fgAccFollowNode1" presStyleIdx="1" presStyleCnt="12">
        <dgm:presLayoutVars>
          <dgm:bulletEnabled val="1"/>
        </dgm:presLayoutVars>
      </dgm:prSet>
      <dgm:spPr/>
    </dgm:pt>
    <dgm:pt modelId="{A02AAB7A-BAC0-1C43-ABAD-0DD8A07382AF}" type="pres">
      <dgm:prSet presAssocID="{87D06067-50FB-C645-B5E3-68A90ABFBE45}" presName="sp" presStyleCnt="0"/>
      <dgm:spPr/>
    </dgm:pt>
    <dgm:pt modelId="{2ED2E283-411D-8D44-BC55-D2EE08B0646C}" type="pres">
      <dgm:prSet presAssocID="{8AA259C8-B03A-0F49-986C-A2C122170334}" presName="arrowAndChildren" presStyleCnt="0"/>
      <dgm:spPr/>
    </dgm:pt>
    <dgm:pt modelId="{8D9CBA2D-EB69-7646-9963-27677751397D}" type="pres">
      <dgm:prSet presAssocID="{8AA259C8-B03A-0F49-986C-A2C122170334}" presName="parentTextArrow" presStyleLbl="node1" presStyleIdx="2" presStyleCnt="6"/>
      <dgm:spPr/>
    </dgm:pt>
    <dgm:pt modelId="{5D00FFD8-901B-2644-A841-F3ABA63CD68F}" type="pres">
      <dgm:prSet presAssocID="{A26C1E99-3400-1342-B440-24B1289C5BE0}" presName="sp" presStyleCnt="0"/>
      <dgm:spPr/>
    </dgm:pt>
    <dgm:pt modelId="{55738258-FCA7-C943-809F-32C297A14B2B}" type="pres">
      <dgm:prSet presAssocID="{988EB7B0-4360-1F41-82F0-B861C4653CD5}" presName="arrowAndChildren" presStyleCnt="0"/>
      <dgm:spPr/>
    </dgm:pt>
    <dgm:pt modelId="{A6CF082F-62F6-7E4F-B357-DBA102F21645}" type="pres">
      <dgm:prSet presAssocID="{988EB7B0-4360-1F41-82F0-B861C4653CD5}" presName="parentTextArrow" presStyleLbl="node1" presStyleIdx="2" presStyleCnt="6"/>
      <dgm:spPr/>
    </dgm:pt>
    <dgm:pt modelId="{B63A025D-98BC-1944-8321-FFB05316BFD4}" type="pres">
      <dgm:prSet presAssocID="{988EB7B0-4360-1F41-82F0-B861C4653CD5}" presName="arrow" presStyleLbl="node1" presStyleIdx="3" presStyleCnt="6"/>
      <dgm:spPr/>
    </dgm:pt>
    <dgm:pt modelId="{281575D5-AAB2-D04B-9887-4073622FD6F1}" type="pres">
      <dgm:prSet presAssocID="{988EB7B0-4360-1F41-82F0-B861C4653CD5}" presName="descendantArrow" presStyleCnt="0"/>
      <dgm:spPr/>
    </dgm:pt>
    <dgm:pt modelId="{12B31332-1770-AA47-BB04-0ED310F0921F}" type="pres">
      <dgm:prSet presAssocID="{5F168E3F-5AF6-F341-BC34-6E42604C869B}" presName="childTextArrow" presStyleLbl="fgAccFollowNode1" presStyleIdx="2" presStyleCnt="12">
        <dgm:presLayoutVars>
          <dgm:bulletEnabled val="1"/>
        </dgm:presLayoutVars>
      </dgm:prSet>
      <dgm:spPr/>
    </dgm:pt>
    <dgm:pt modelId="{5441C2F6-BF22-7240-AB4C-AF0DF8BE4766}" type="pres">
      <dgm:prSet presAssocID="{C6D5E468-9F33-7C4B-A465-816F4D44B63D}" presName="childTextArrow" presStyleLbl="fgAccFollowNode1" presStyleIdx="3" presStyleCnt="12">
        <dgm:presLayoutVars>
          <dgm:bulletEnabled val="1"/>
        </dgm:presLayoutVars>
      </dgm:prSet>
      <dgm:spPr/>
    </dgm:pt>
    <dgm:pt modelId="{5E7BB56B-2FC5-134D-9CB9-5595428004F0}" type="pres">
      <dgm:prSet presAssocID="{DCC22D8F-C1C2-CF4C-88C1-3152D7626BD3}" presName="childTextArrow" presStyleLbl="fgAccFollowNode1" presStyleIdx="4" presStyleCnt="12">
        <dgm:presLayoutVars>
          <dgm:bulletEnabled val="1"/>
        </dgm:presLayoutVars>
      </dgm:prSet>
      <dgm:spPr/>
    </dgm:pt>
    <dgm:pt modelId="{84126716-F878-2144-A156-3A4FF70335D4}" type="pres">
      <dgm:prSet presAssocID="{E76361F9-982D-B043-A687-2C7E33E40489}" presName="childTextArrow" presStyleLbl="fgAccFollowNode1" presStyleIdx="5" presStyleCnt="12">
        <dgm:presLayoutVars>
          <dgm:bulletEnabled val="1"/>
        </dgm:presLayoutVars>
      </dgm:prSet>
      <dgm:spPr/>
    </dgm:pt>
    <dgm:pt modelId="{72AE5455-EA05-1A42-A4A0-BFCF85A4DFCE}" type="pres">
      <dgm:prSet presAssocID="{6E0010AE-4B62-E14F-ACF6-39EE48AF4332}" presName="childTextArrow" presStyleLbl="fgAccFollowNode1" presStyleIdx="6" presStyleCnt="12">
        <dgm:presLayoutVars>
          <dgm:bulletEnabled val="1"/>
        </dgm:presLayoutVars>
      </dgm:prSet>
      <dgm:spPr/>
    </dgm:pt>
    <dgm:pt modelId="{8FDCDBB6-D3B8-4B4B-8DAB-1563864F0F21}" type="pres">
      <dgm:prSet presAssocID="{5CDB7018-09E2-2340-9EB1-40E7BAE4E00C}" presName="sp" presStyleCnt="0"/>
      <dgm:spPr/>
    </dgm:pt>
    <dgm:pt modelId="{690EAD43-3960-EB4E-8E29-147E73FD14F6}" type="pres">
      <dgm:prSet presAssocID="{A700302E-4009-0043-8B31-6D1FEB1D6C9A}" presName="arrowAndChildren" presStyleCnt="0"/>
      <dgm:spPr/>
    </dgm:pt>
    <dgm:pt modelId="{D91E6F1B-8B69-6940-BDED-4101DF3279EA}" type="pres">
      <dgm:prSet presAssocID="{A700302E-4009-0043-8B31-6D1FEB1D6C9A}" presName="parentTextArrow" presStyleLbl="node1" presStyleIdx="4" presStyleCnt="6"/>
      <dgm:spPr/>
    </dgm:pt>
    <dgm:pt modelId="{B0EC213A-B2FD-954A-85AE-9B2B0BA7C3F2}" type="pres">
      <dgm:prSet presAssocID="{2F86E69B-1F66-C849-80E0-915C44E84389}" presName="sp" presStyleCnt="0"/>
      <dgm:spPr/>
    </dgm:pt>
    <dgm:pt modelId="{CFEF3554-24CF-CC46-943F-301DAD989B8E}" type="pres">
      <dgm:prSet presAssocID="{155E8DFC-768C-8B4E-94B0-F439BDDC673A}" presName="arrowAndChildren" presStyleCnt="0"/>
      <dgm:spPr/>
    </dgm:pt>
    <dgm:pt modelId="{F9CCF892-65AF-8648-9AD5-586FD64624B9}" type="pres">
      <dgm:prSet presAssocID="{155E8DFC-768C-8B4E-94B0-F439BDDC673A}" presName="parentTextArrow" presStyleLbl="node1" presStyleIdx="4" presStyleCnt="6"/>
      <dgm:spPr/>
    </dgm:pt>
    <dgm:pt modelId="{E32CB097-4DD2-B349-B830-875A0BCB81A6}" type="pres">
      <dgm:prSet presAssocID="{155E8DFC-768C-8B4E-94B0-F439BDDC673A}" presName="arrow" presStyleLbl="node1" presStyleIdx="5" presStyleCnt="6"/>
      <dgm:spPr/>
    </dgm:pt>
    <dgm:pt modelId="{1DD4FCB6-A441-9B44-9FB6-90025273ABEE}" type="pres">
      <dgm:prSet presAssocID="{155E8DFC-768C-8B4E-94B0-F439BDDC673A}" presName="descendantArrow" presStyleCnt="0"/>
      <dgm:spPr/>
    </dgm:pt>
    <dgm:pt modelId="{C8BB6012-E6E7-3646-87A8-9872904FE99C}" type="pres">
      <dgm:prSet presAssocID="{72F511FA-7919-1E47-B11B-1938457C557E}" presName="childTextArrow" presStyleLbl="fgAccFollowNode1" presStyleIdx="7" presStyleCnt="12">
        <dgm:presLayoutVars>
          <dgm:bulletEnabled val="1"/>
        </dgm:presLayoutVars>
      </dgm:prSet>
      <dgm:spPr/>
    </dgm:pt>
    <dgm:pt modelId="{E97F8EED-7E98-F94A-AB6D-3AA3FD0AD6A0}" type="pres">
      <dgm:prSet presAssocID="{F3621F27-3615-5B49-B883-7971685E46CF}" presName="childTextArrow" presStyleLbl="fgAccFollowNode1" presStyleIdx="8" presStyleCnt="12">
        <dgm:presLayoutVars>
          <dgm:bulletEnabled val="1"/>
        </dgm:presLayoutVars>
      </dgm:prSet>
      <dgm:spPr/>
    </dgm:pt>
    <dgm:pt modelId="{B5DE1AE8-38EC-4E4B-92EE-268C0963F081}" type="pres">
      <dgm:prSet presAssocID="{D0339B05-81D9-3047-B8B3-7EEEF7020691}" presName="childTextArrow" presStyleLbl="fgAccFollowNode1" presStyleIdx="9" presStyleCnt="12">
        <dgm:presLayoutVars>
          <dgm:bulletEnabled val="1"/>
        </dgm:presLayoutVars>
      </dgm:prSet>
      <dgm:spPr/>
    </dgm:pt>
    <dgm:pt modelId="{EEB3A567-7C3C-FC4B-9CE3-1D6876BE93FE}" type="pres">
      <dgm:prSet presAssocID="{D4823045-82FF-4A42-B4A3-ED23AD9FA7CE}" presName="childTextArrow" presStyleLbl="fgAccFollowNode1" presStyleIdx="10" presStyleCnt="12">
        <dgm:presLayoutVars>
          <dgm:bulletEnabled val="1"/>
        </dgm:presLayoutVars>
      </dgm:prSet>
      <dgm:spPr/>
    </dgm:pt>
    <dgm:pt modelId="{C470815E-BCE0-284E-ADB5-5A5182A94833}" type="pres">
      <dgm:prSet presAssocID="{86CFCD96-04E3-8541-8540-310E70B3AC91}" presName="childTextArrow" presStyleLbl="fgAccFollowNode1" presStyleIdx="11" presStyleCnt="12">
        <dgm:presLayoutVars>
          <dgm:bulletEnabled val="1"/>
        </dgm:presLayoutVars>
      </dgm:prSet>
      <dgm:spPr/>
    </dgm:pt>
  </dgm:ptLst>
  <dgm:cxnLst>
    <dgm:cxn modelId="{1306C708-0450-924F-82EE-3485ED5FFA7D}" srcId="{988EB7B0-4360-1F41-82F0-B861C4653CD5}" destId="{DCC22D8F-C1C2-CF4C-88C1-3152D7626BD3}" srcOrd="2" destOrd="0" parTransId="{9EE37E49-4609-1A4D-A7F8-1991C9786501}" sibTransId="{4E79273C-F968-7341-8BC2-86D08F69BE1C}"/>
    <dgm:cxn modelId="{C27F3009-03AC-4843-A21F-BC4ADE59334B}" type="presOf" srcId="{DCC22D8F-C1C2-CF4C-88C1-3152D7626BD3}" destId="{5E7BB56B-2FC5-134D-9CB9-5595428004F0}" srcOrd="0" destOrd="0" presId="urn:microsoft.com/office/officeart/2005/8/layout/process4"/>
    <dgm:cxn modelId="{36C1740B-A562-6940-A564-3AB7C71F6436}" srcId="{155E8DFC-768C-8B4E-94B0-F439BDDC673A}" destId="{72F511FA-7919-1E47-B11B-1938457C557E}" srcOrd="0" destOrd="0" parTransId="{714588E6-37FD-1B4A-BB87-DDF34827A0FC}" sibTransId="{DFB3C110-340C-934C-9E9D-10E56EA7419F}"/>
    <dgm:cxn modelId="{EA0DE315-5AAA-9B43-9621-DDFA1F157214}" type="presOf" srcId="{C6D5E468-9F33-7C4B-A465-816F4D44B63D}" destId="{5441C2F6-BF22-7240-AB4C-AF0DF8BE4766}" srcOrd="0" destOrd="0" presId="urn:microsoft.com/office/officeart/2005/8/layout/process4"/>
    <dgm:cxn modelId="{F318F416-03D9-6F4D-8C9E-85B20DE2DEE0}" type="presOf" srcId="{72F511FA-7919-1E47-B11B-1938457C557E}" destId="{C8BB6012-E6E7-3646-87A8-9872904FE99C}" srcOrd="0" destOrd="0" presId="urn:microsoft.com/office/officeart/2005/8/layout/process4"/>
    <dgm:cxn modelId="{993CBF1E-0B28-2A4E-91A7-43333E035621}" type="presOf" srcId="{86CFCD96-04E3-8541-8540-310E70B3AC91}" destId="{C470815E-BCE0-284E-ADB5-5A5182A94833}" srcOrd="0" destOrd="0" presId="urn:microsoft.com/office/officeart/2005/8/layout/process4"/>
    <dgm:cxn modelId="{6C505C22-0AC3-5545-8B10-DCA37E553CA6}" srcId="{155E8DFC-768C-8B4E-94B0-F439BDDC673A}" destId="{86CFCD96-04E3-8541-8540-310E70B3AC91}" srcOrd="4" destOrd="0" parTransId="{5E8488EF-28A7-4D41-9281-7D8BD3296752}" sibTransId="{253D0196-7F6E-C94B-984F-28D64121021F}"/>
    <dgm:cxn modelId="{5BFA6B2E-3B9E-0346-884E-15BA633C700A}" srcId="{155E8DFC-768C-8B4E-94B0-F439BDDC673A}" destId="{D0339B05-81D9-3047-B8B3-7EEEF7020691}" srcOrd="2" destOrd="0" parTransId="{D128476C-4476-C34A-8A26-F4FFE27C5907}" sibTransId="{587DA73F-BB24-6D4D-A586-E094CA95BB28}"/>
    <dgm:cxn modelId="{000FE430-3299-0045-A048-AF3AD386993F}" type="presOf" srcId="{F3621F27-3615-5B49-B883-7971685E46CF}" destId="{E97F8EED-7E98-F94A-AB6D-3AA3FD0AD6A0}" srcOrd="0" destOrd="0" presId="urn:microsoft.com/office/officeart/2005/8/layout/process4"/>
    <dgm:cxn modelId="{5C0FEB34-43A3-CD40-96BF-2D7F9520943D}" type="presOf" srcId="{6E0010AE-4B62-E14F-ACF6-39EE48AF4332}" destId="{72AE5455-EA05-1A42-A4A0-BFCF85A4DFCE}" srcOrd="0" destOrd="0" presId="urn:microsoft.com/office/officeart/2005/8/layout/process4"/>
    <dgm:cxn modelId="{B3BE543B-6FD9-7248-869E-6CCF547E51A8}" type="presOf" srcId="{988EB7B0-4360-1F41-82F0-B861C4653CD5}" destId="{A6CF082F-62F6-7E4F-B357-DBA102F21645}" srcOrd="0" destOrd="0" presId="urn:microsoft.com/office/officeart/2005/8/layout/process4"/>
    <dgm:cxn modelId="{E26D9640-5370-0C4F-A795-862AD571A720}" srcId="{AC1155A3-6A99-CC40-A6EE-754DF736E29F}" destId="{A700302E-4009-0043-8B31-6D1FEB1D6C9A}" srcOrd="1" destOrd="0" parTransId="{D954ED3E-AC5A-2D48-96FC-023CA03F949A}" sibTransId="{5CDB7018-09E2-2340-9EB1-40E7BAE4E00C}"/>
    <dgm:cxn modelId="{95460669-1C82-8240-9D4C-E1BCDE852235}" type="presOf" srcId="{D4823045-82FF-4A42-B4A3-ED23AD9FA7CE}" destId="{EEB3A567-7C3C-FC4B-9CE3-1D6876BE93FE}" srcOrd="0" destOrd="0" presId="urn:microsoft.com/office/officeart/2005/8/layout/process4"/>
    <dgm:cxn modelId="{6067004C-9BEE-514A-B943-FBF36E707A4F}" type="presOf" srcId="{155E8DFC-768C-8B4E-94B0-F439BDDC673A}" destId="{F9CCF892-65AF-8648-9AD5-586FD64624B9}" srcOrd="0" destOrd="0" presId="urn:microsoft.com/office/officeart/2005/8/layout/process4"/>
    <dgm:cxn modelId="{58EC1D4C-0C5E-7348-9298-7D54150F1C5C}" srcId="{988EB7B0-4360-1F41-82F0-B861C4653CD5}" destId="{E76361F9-982D-B043-A687-2C7E33E40489}" srcOrd="3" destOrd="0" parTransId="{B667C749-2E20-0E47-9375-A6A1B3235771}" sibTransId="{B2CB842C-3A8B-6343-A1F8-8A2F6188009E}"/>
    <dgm:cxn modelId="{0D44504E-097C-CB47-95BE-CA70FF94F3DE}" srcId="{988EB7B0-4360-1F41-82F0-B861C4653CD5}" destId="{5F168E3F-5AF6-F341-BC34-6E42604C869B}" srcOrd="0" destOrd="0" parTransId="{3B8BEA57-AF96-DA47-BECA-0FE83B7CB52B}" sibTransId="{E24ED8A3-E2FE-8A45-B90A-5435DD84A3FF}"/>
    <dgm:cxn modelId="{728D014F-1DE7-C74D-9BC2-4E9EDF76D2B0}" type="presOf" srcId="{5F168E3F-5AF6-F341-BC34-6E42604C869B}" destId="{12B31332-1770-AA47-BB04-0ED310F0921F}" srcOrd="0" destOrd="0" presId="urn:microsoft.com/office/officeart/2005/8/layout/process4"/>
    <dgm:cxn modelId="{41AB7B4F-C956-5A44-A6D7-71631747534B}" type="presOf" srcId="{492B1CE5-3F2A-E847-83DC-A2F99FB006C7}" destId="{E5CCADBE-795D-C341-939F-C63469665C2E}" srcOrd="0" destOrd="0" presId="urn:microsoft.com/office/officeart/2005/8/layout/process4"/>
    <dgm:cxn modelId="{7B8C8970-88EE-CC43-9F5E-50BB4727D5F9}" type="presOf" srcId="{F9494D85-D27A-7844-BEF2-5AADA5292F06}" destId="{F0EA45B7-691E-6649-8040-6AD149BF2EEA}" srcOrd="0" destOrd="0" presId="urn:microsoft.com/office/officeart/2005/8/layout/process4"/>
    <dgm:cxn modelId="{95138572-762C-054B-B8B6-C52263CB8CF4}" srcId="{5556FCFC-25A9-C048-A98C-2289F09E491A}" destId="{F9494D85-D27A-7844-BEF2-5AADA5292F06}" srcOrd="0" destOrd="0" parTransId="{5874651D-580C-D646-9443-9ECB85BF6BC9}" sibTransId="{0F590333-CBCE-CC4E-A272-4D1A4B4F6A56}"/>
    <dgm:cxn modelId="{F95EC372-5450-514E-9D1B-03FFA3D8F7A4}" srcId="{AC1155A3-6A99-CC40-A6EE-754DF736E29F}" destId="{5556FCFC-25A9-C048-A98C-2289F09E491A}" srcOrd="4" destOrd="0" parTransId="{227A114C-B032-4744-9063-3CCBBCDE3A0D}" sibTransId="{DBE4C428-EBE3-C047-8877-62D6DFE037EE}"/>
    <dgm:cxn modelId="{1E943C73-D81D-AF4A-9003-B51F7D61584C}" srcId="{AC1155A3-6A99-CC40-A6EE-754DF736E29F}" destId="{8AA259C8-B03A-0F49-986C-A2C122170334}" srcOrd="3" destOrd="0" parTransId="{893A7649-12B4-1840-AB67-1ECC3F1A8FAF}" sibTransId="{87D06067-50FB-C645-B5E3-68A90ABFBE45}"/>
    <dgm:cxn modelId="{ED42F675-FE80-7741-8B22-8FE93DB5D3C9}" type="presOf" srcId="{AB20CD44-0048-A446-9DC8-3B04D45A3C03}" destId="{1B0A53D5-2341-DF4B-ADDB-5CBD24D269AA}" srcOrd="0" destOrd="0" presId="urn:microsoft.com/office/officeart/2005/8/layout/process4"/>
    <dgm:cxn modelId="{DC73285A-2F3F-B74F-9F0A-4556DE268064}" srcId="{988EB7B0-4360-1F41-82F0-B861C4653CD5}" destId="{6E0010AE-4B62-E14F-ACF6-39EE48AF4332}" srcOrd="4" destOrd="0" parTransId="{DBF1CF28-0B96-114E-8C4F-32A95648CB9F}" sibTransId="{6AF31FE8-9172-614D-9291-A742961428AA}"/>
    <dgm:cxn modelId="{609C1A8A-8109-6E44-84B2-ED4D017126FE}" srcId="{AC1155A3-6A99-CC40-A6EE-754DF736E29F}" destId="{AB20CD44-0048-A446-9DC8-3B04D45A3C03}" srcOrd="5" destOrd="0" parTransId="{C6986B81-8752-8C4B-AA92-6B160B3FEC91}" sibTransId="{A0587F86-D23B-7A41-959E-00A911AB0E7A}"/>
    <dgm:cxn modelId="{A46A1C97-22E9-2E47-AC00-1AF70F3AF87B}" srcId="{5556FCFC-25A9-C048-A98C-2289F09E491A}" destId="{492B1CE5-3F2A-E847-83DC-A2F99FB006C7}" srcOrd="1" destOrd="0" parTransId="{5BB65A1B-2035-A64F-A789-2816C44396A0}" sibTransId="{922520FD-2609-7745-B2ED-BEE8020A8BB1}"/>
    <dgm:cxn modelId="{97F08C97-534A-F640-A357-C31832FE8611}" type="presOf" srcId="{D0339B05-81D9-3047-B8B3-7EEEF7020691}" destId="{B5DE1AE8-38EC-4E4B-92EE-268C0963F081}" srcOrd="0" destOrd="0" presId="urn:microsoft.com/office/officeart/2005/8/layout/process4"/>
    <dgm:cxn modelId="{FBECE09A-224B-2441-AA25-632DEE6B3AFD}" type="presOf" srcId="{5556FCFC-25A9-C048-A98C-2289F09E491A}" destId="{1B95D263-A316-284E-98F0-45E3AE0AA532}" srcOrd="0" destOrd="0" presId="urn:microsoft.com/office/officeart/2005/8/layout/process4"/>
    <dgm:cxn modelId="{ADB2CE9B-D549-0344-BFFC-A6B589877397}" srcId="{AC1155A3-6A99-CC40-A6EE-754DF736E29F}" destId="{988EB7B0-4360-1F41-82F0-B861C4653CD5}" srcOrd="2" destOrd="0" parTransId="{183A10D1-080D-F849-92A7-FBAB36986BEF}" sibTransId="{A26C1E99-3400-1342-B440-24B1289C5BE0}"/>
    <dgm:cxn modelId="{656C5B9F-BEFD-2544-8EEF-1EC8A0A5013B}" type="presOf" srcId="{5556FCFC-25A9-C048-A98C-2289F09E491A}" destId="{20BBEA79-CAB6-694E-8819-A4052FD1EF06}" srcOrd="1" destOrd="0" presId="urn:microsoft.com/office/officeart/2005/8/layout/process4"/>
    <dgm:cxn modelId="{32C1D4A0-7184-DF4D-8CFA-94E9E765C364}" type="presOf" srcId="{AC1155A3-6A99-CC40-A6EE-754DF736E29F}" destId="{D4A28B64-7629-8D45-BD67-7D0AB5F69721}" srcOrd="0" destOrd="0" presId="urn:microsoft.com/office/officeart/2005/8/layout/process4"/>
    <dgm:cxn modelId="{AF9323A6-5A6D-854A-8B03-C94999D48026}" srcId="{155E8DFC-768C-8B4E-94B0-F439BDDC673A}" destId="{F3621F27-3615-5B49-B883-7971685E46CF}" srcOrd="1" destOrd="0" parTransId="{9B4A955D-88BF-DF47-A1AD-FF51E79FC20A}" sibTransId="{78AF5CD4-212B-7C48-8CA0-B5A29A79541C}"/>
    <dgm:cxn modelId="{D671F3B7-79F7-9A43-B6FD-5E76337A357E}" srcId="{155E8DFC-768C-8B4E-94B0-F439BDDC673A}" destId="{D4823045-82FF-4A42-B4A3-ED23AD9FA7CE}" srcOrd="3" destOrd="0" parTransId="{FEE53800-F9F3-8E4D-9734-B1A44CDEC6E4}" sibTransId="{C5ADA2CF-AF46-B648-8BC1-38CE4258E008}"/>
    <dgm:cxn modelId="{981A06C1-4542-9342-A458-11E76BFEC9FF}" type="presOf" srcId="{155E8DFC-768C-8B4E-94B0-F439BDDC673A}" destId="{E32CB097-4DD2-B349-B830-875A0BCB81A6}" srcOrd="1" destOrd="0" presId="urn:microsoft.com/office/officeart/2005/8/layout/process4"/>
    <dgm:cxn modelId="{56358FC2-4EFC-6243-BA5F-27AAE57643D1}" srcId="{AC1155A3-6A99-CC40-A6EE-754DF736E29F}" destId="{155E8DFC-768C-8B4E-94B0-F439BDDC673A}" srcOrd="0" destOrd="0" parTransId="{B4E8E14A-D715-F84F-94CC-282E2C5D1509}" sibTransId="{2F86E69B-1F66-C849-80E0-915C44E84389}"/>
    <dgm:cxn modelId="{4D3DA2D6-7122-0C43-9B2B-7931B2E1DEF6}" type="presOf" srcId="{988EB7B0-4360-1F41-82F0-B861C4653CD5}" destId="{B63A025D-98BC-1944-8321-FFB05316BFD4}" srcOrd="1" destOrd="0" presId="urn:microsoft.com/office/officeart/2005/8/layout/process4"/>
    <dgm:cxn modelId="{35BB5EE2-C767-FE42-93DC-5342B102BD9B}" type="presOf" srcId="{E76361F9-982D-B043-A687-2C7E33E40489}" destId="{84126716-F878-2144-A156-3A4FF70335D4}" srcOrd="0" destOrd="0" presId="urn:microsoft.com/office/officeart/2005/8/layout/process4"/>
    <dgm:cxn modelId="{167BECE7-9F19-7343-9F06-F48AB0DC5B03}" type="presOf" srcId="{A700302E-4009-0043-8B31-6D1FEB1D6C9A}" destId="{D91E6F1B-8B69-6940-BDED-4101DF3279EA}" srcOrd="0" destOrd="0" presId="urn:microsoft.com/office/officeart/2005/8/layout/process4"/>
    <dgm:cxn modelId="{09ADE1E8-56F1-1E49-8F9B-36F0D6BE10AF}" type="presOf" srcId="{8AA259C8-B03A-0F49-986C-A2C122170334}" destId="{8D9CBA2D-EB69-7646-9963-27677751397D}" srcOrd="0" destOrd="0" presId="urn:microsoft.com/office/officeart/2005/8/layout/process4"/>
    <dgm:cxn modelId="{DEB93EFE-2954-E540-A63D-AF2D8C90572E}" srcId="{988EB7B0-4360-1F41-82F0-B861C4653CD5}" destId="{C6D5E468-9F33-7C4B-A465-816F4D44B63D}" srcOrd="1" destOrd="0" parTransId="{36DA1BA5-8B14-8C4B-ABD7-B7DD21672712}" sibTransId="{EFC1C8F7-957C-8F46-BB26-36C726605706}"/>
    <dgm:cxn modelId="{817EAE9C-E39C-8C45-B8F9-92F5C167A707}" type="presParOf" srcId="{D4A28B64-7629-8D45-BD67-7D0AB5F69721}" destId="{F95249EA-FAD0-5348-88C3-DD2389E8E0C3}" srcOrd="0" destOrd="0" presId="urn:microsoft.com/office/officeart/2005/8/layout/process4"/>
    <dgm:cxn modelId="{756E734A-4605-D944-808F-A56FE8BB47FA}" type="presParOf" srcId="{F95249EA-FAD0-5348-88C3-DD2389E8E0C3}" destId="{1B0A53D5-2341-DF4B-ADDB-5CBD24D269AA}" srcOrd="0" destOrd="0" presId="urn:microsoft.com/office/officeart/2005/8/layout/process4"/>
    <dgm:cxn modelId="{499BDE9A-DCB7-2144-9F99-32EAD9728CE3}" type="presParOf" srcId="{D4A28B64-7629-8D45-BD67-7D0AB5F69721}" destId="{76D9ECB1-330E-F344-A45F-C6D7024C518B}" srcOrd="1" destOrd="0" presId="urn:microsoft.com/office/officeart/2005/8/layout/process4"/>
    <dgm:cxn modelId="{21AAE0D7-E860-9242-841C-1284A8E58DCF}" type="presParOf" srcId="{D4A28B64-7629-8D45-BD67-7D0AB5F69721}" destId="{58612EC6-8396-F140-B37B-8FF9697A61FA}" srcOrd="2" destOrd="0" presId="urn:microsoft.com/office/officeart/2005/8/layout/process4"/>
    <dgm:cxn modelId="{244DFCAA-CA11-4443-BF1E-8441FC14A831}" type="presParOf" srcId="{58612EC6-8396-F140-B37B-8FF9697A61FA}" destId="{1B95D263-A316-284E-98F0-45E3AE0AA532}" srcOrd="0" destOrd="0" presId="urn:microsoft.com/office/officeart/2005/8/layout/process4"/>
    <dgm:cxn modelId="{0295F2E7-B76E-CC4F-AC0E-1F11C2C680C7}" type="presParOf" srcId="{58612EC6-8396-F140-B37B-8FF9697A61FA}" destId="{20BBEA79-CAB6-694E-8819-A4052FD1EF06}" srcOrd="1" destOrd="0" presId="urn:microsoft.com/office/officeart/2005/8/layout/process4"/>
    <dgm:cxn modelId="{623787EF-3E5C-2043-AAC6-6E104E533FAF}" type="presParOf" srcId="{58612EC6-8396-F140-B37B-8FF9697A61FA}" destId="{0204D674-9C50-C34E-B628-1EB4F0D50E90}" srcOrd="2" destOrd="0" presId="urn:microsoft.com/office/officeart/2005/8/layout/process4"/>
    <dgm:cxn modelId="{1E8B5956-63E3-CF4D-B2B0-27E1EFC5D3E7}" type="presParOf" srcId="{0204D674-9C50-C34E-B628-1EB4F0D50E90}" destId="{F0EA45B7-691E-6649-8040-6AD149BF2EEA}" srcOrd="0" destOrd="0" presId="urn:microsoft.com/office/officeart/2005/8/layout/process4"/>
    <dgm:cxn modelId="{90149187-D702-4243-B798-D67374EBFC22}" type="presParOf" srcId="{0204D674-9C50-C34E-B628-1EB4F0D50E90}" destId="{E5CCADBE-795D-C341-939F-C63469665C2E}" srcOrd="1" destOrd="0" presId="urn:microsoft.com/office/officeart/2005/8/layout/process4"/>
    <dgm:cxn modelId="{6C40C3CE-8ADD-6C4C-BE27-B293123F5022}" type="presParOf" srcId="{D4A28B64-7629-8D45-BD67-7D0AB5F69721}" destId="{A02AAB7A-BAC0-1C43-ABAD-0DD8A07382AF}" srcOrd="3" destOrd="0" presId="urn:microsoft.com/office/officeart/2005/8/layout/process4"/>
    <dgm:cxn modelId="{29D1C241-4464-6D42-953C-D07F19CB013B}" type="presParOf" srcId="{D4A28B64-7629-8D45-BD67-7D0AB5F69721}" destId="{2ED2E283-411D-8D44-BC55-D2EE08B0646C}" srcOrd="4" destOrd="0" presId="urn:microsoft.com/office/officeart/2005/8/layout/process4"/>
    <dgm:cxn modelId="{39E199F0-603D-E349-9456-9A2F467C6ABD}" type="presParOf" srcId="{2ED2E283-411D-8D44-BC55-D2EE08B0646C}" destId="{8D9CBA2D-EB69-7646-9963-27677751397D}" srcOrd="0" destOrd="0" presId="urn:microsoft.com/office/officeart/2005/8/layout/process4"/>
    <dgm:cxn modelId="{C952FA33-0610-CF42-95EA-107A95ACB487}" type="presParOf" srcId="{D4A28B64-7629-8D45-BD67-7D0AB5F69721}" destId="{5D00FFD8-901B-2644-A841-F3ABA63CD68F}" srcOrd="5" destOrd="0" presId="urn:microsoft.com/office/officeart/2005/8/layout/process4"/>
    <dgm:cxn modelId="{7AFECB42-B9B6-7747-A29A-83C22CCFEE8E}" type="presParOf" srcId="{D4A28B64-7629-8D45-BD67-7D0AB5F69721}" destId="{55738258-FCA7-C943-809F-32C297A14B2B}" srcOrd="6" destOrd="0" presId="urn:microsoft.com/office/officeart/2005/8/layout/process4"/>
    <dgm:cxn modelId="{40F649A6-CA3B-D747-96FA-EA8F4692B537}" type="presParOf" srcId="{55738258-FCA7-C943-809F-32C297A14B2B}" destId="{A6CF082F-62F6-7E4F-B357-DBA102F21645}" srcOrd="0" destOrd="0" presId="urn:microsoft.com/office/officeart/2005/8/layout/process4"/>
    <dgm:cxn modelId="{960ACF8F-64FC-3841-8D6E-9C1EF692358D}" type="presParOf" srcId="{55738258-FCA7-C943-809F-32C297A14B2B}" destId="{B63A025D-98BC-1944-8321-FFB05316BFD4}" srcOrd="1" destOrd="0" presId="urn:microsoft.com/office/officeart/2005/8/layout/process4"/>
    <dgm:cxn modelId="{2BFE76B1-E072-2948-A200-29A1ADD6CC4D}" type="presParOf" srcId="{55738258-FCA7-C943-809F-32C297A14B2B}" destId="{281575D5-AAB2-D04B-9887-4073622FD6F1}" srcOrd="2" destOrd="0" presId="urn:microsoft.com/office/officeart/2005/8/layout/process4"/>
    <dgm:cxn modelId="{02820C2A-CF84-7844-B0EA-BC5635EC63B5}" type="presParOf" srcId="{281575D5-AAB2-D04B-9887-4073622FD6F1}" destId="{12B31332-1770-AA47-BB04-0ED310F0921F}" srcOrd="0" destOrd="0" presId="urn:microsoft.com/office/officeart/2005/8/layout/process4"/>
    <dgm:cxn modelId="{C8FC1878-68A7-374F-B2AA-E6AA649AFDE7}" type="presParOf" srcId="{281575D5-AAB2-D04B-9887-4073622FD6F1}" destId="{5441C2F6-BF22-7240-AB4C-AF0DF8BE4766}" srcOrd="1" destOrd="0" presId="urn:microsoft.com/office/officeart/2005/8/layout/process4"/>
    <dgm:cxn modelId="{046E442F-B305-9C4B-898D-F04E73E31595}" type="presParOf" srcId="{281575D5-AAB2-D04B-9887-4073622FD6F1}" destId="{5E7BB56B-2FC5-134D-9CB9-5595428004F0}" srcOrd="2" destOrd="0" presId="urn:microsoft.com/office/officeart/2005/8/layout/process4"/>
    <dgm:cxn modelId="{7EA7E743-B64F-034E-B84E-43EF348D5A6B}" type="presParOf" srcId="{281575D5-AAB2-D04B-9887-4073622FD6F1}" destId="{84126716-F878-2144-A156-3A4FF70335D4}" srcOrd="3" destOrd="0" presId="urn:microsoft.com/office/officeart/2005/8/layout/process4"/>
    <dgm:cxn modelId="{704A75AB-A0A1-404D-97F1-E1738760759C}" type="presParOf" srcId="{281575D5-AAB2-D04B-9887-4073622FD6F1}" destId="{72AE5455-EA05-1A42-A4A0-BFCF85A4DFCE}" srcOrd="4" destOrd="0" presId="urn:microsoft.com/office/officeart/2005/8/layout/process4"/>
    <dgm:cxn modelId="{6E0F50D3-FD13-FC4C-B7FE-8A60EF73CBBA}" type="presParOf" srcId="{D4A28B64-7629-8D45-BD67-7D0AB5F69721}" destId="{8FDCDBB6-D3B8-4B4B-8DAB-1563864F0F21}" srcOrd="7" destOrd="0" presId="urn:microsoft.com/office/officeart/2005/8/layout/process4"/>
    <dgm:cxn modelId="{4D04B0E2-1535-1E49-86B4-D6C1F71A76A7}" type="presParOf" srcId="{D4A28B64-7629-8D45-BD67-7D0AB5F69721}" destId="{690EAD43-3960-EB4E-8E29-147E73FD14F6}" srcOrd="8" destOrd="0" presId="urn:microsoft.com/office/officeart/2005/8/layout/process4"/>
    <dgm:cxn modelId="{B2F9D4B7-D548-4F40-9C61-4F7E32B5CA11}" type="presParOf" srcId="{690EAD43-3960-EB4E-8E29-147E73FD14F6}" destId="{D91E6F1B-8B69-6940-BDED-4101DF3279EA}" srcOrd="0" destOrd="0" presId="urn:microsoft.com/office/officeart/2005/8/layout/process4"/>
    <dgm:cxn modelId="{2E4C799B-A50E-9D42-97D2-DEFDE4956ECD}" type="presParOf" srcId="{D4A28B64-7629-8D45-BD67-7D0AB5F69721}" destId="{B0EC213A-B2FD-954A-85AE-9B2B0BA7C3F2}" srcOrd="9" destOrd="0" presId="urn:microsoft.com/office/officeart/2005/8/layout/process4"/>
    <dgm:cxn modelId="{84ED7B27-445A-1740-9C11-51E53E8E086C}" type="presParOf" srcId="{D4A28B64-7629-8D45-BD67-7D0AB5F69721}" destId="{CFEF3554-24CF-CC46-943F-301DAD989B8E}" srcOrd="10" destOrd="0" presId="urn:microsoft.com/office/officeart/2005/8/layout/process4"/>
    <dgm:cxn modelId="{35EBFE74-FA9D-C543-BAB2-C5F1F70BDC3A}" type="presParOf" srcId="{CFEF3554-24CF-CC46-943F-301DAD989B8E}" destId="{F9CCF892-65AF-8648-9AD5-586FD64624B9}" srcOrd="0" destOrd="0" presId="urn:microsoft.com/office/officeart/2005/8/layout/process4"/>
    <dgm:cxn modelId="{200284FB-0B50-0E4E-88B2-FC55FB2D3D73}" type="presParOf" srcId="{CFEF3554-24CF-CC46-943F-301DAD989B8E}" destId="{E32CB097-4DD2-B349-B830-875A0BCB81A6}" srcOrd="1" destOrd="0" presId="urn:microsoft.com/office/officeart/2005/8/layout/process4"/>
    <dgm:cxn modelId="{1FC1723A-53A4-4A40-A530-074B82061E1C}" type="presParOf" srcId="{CFEF3554-24CF-CC46-943F-301DAD989B8E}" destId="{1DD4FCB6-A441-9B44-9FB6-90025273ABEE}" srcOrd="2" destOrd="0" presId="urn:microsoft.com/office/officeart/2005/8/layout/process4"/>
    <dgm:cxn modelId="{833A421B-5831-134B-AA36-C3A475C5409B}" type="presParOf" srcId="{1DD4FCB6-A441-9B44-9FB6-90025273ABEE}" destId="{C8BB6012-E6E7-3646-87A8-9872904FE99C}" srcOrd="0" destOrd="0" presId="urn:microsoft.com/office/officeart/2005/8/layout/process4"/>
    <dgm:cxn modelId="{D5375E46-BD1D-CE43-8073-4ADEB5310CAF}" type="presParOf" srcId="{1DD4FCB6-A441-9B44-9FB6-90025273ABEE}" destId="{E97F8EED-7E98-F94A-AB6D-3AA3FD0AD6A0}" srcOrd="1" destOrd="0" presId="urn:microsoft.com/office/officeart/2005/8/layout/process4"/>
    <dgm:cxn modelId="{3AEED723-78FF-4D47-8BC9-1BEB939FF2CD}" type="presParOf" srcId="{1DD4FCB6-A441-9B44-9FB6-90025273ABEE}" destId="{B5DE1AE8-38EC-4E4B-92EE-268C0963F081}" srcOrd="2" destOrd="0" presId="urn:microsoft.com/office/officeart/2005/8/layout/process4"/>
    <dgm:cxn modelId="{1168D4C8-91C2-6F4A-9356-CF7149ED19FF}" type="presParOf" srcId="{1DD4FCB6-A441-9B44-9FB6-90025273ABEE}" destId="{EEB3A567-7C3C-FC4B-9CE3-1D6876BE93FE}" srcOrd="3" destOrd="0" presId="urn:microsoft.com/office/officeart/2005/8/layout/process4"/>
    <dgm:cxn modelId="{57FDA594-1E92-4142-BA49-6E78DE09803D}" type="presParOf" srcId="{1DD4FCB6-A441-9B44-9FB6-90025273ABEE}" destId="{C470815E-BCE0-284E-ADB5-5A5182A94833}" srcOrd="4"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DF0D15D-C61A-594D-AE51-D495421BE188}" type="doc">
      <dgm:prSet loTypeId="urn:microsoft.com/office/officeart/2005/8/layout/default" loCatId="" qsTypeId="urn:microsoft.com/office/officeart/2005/8/quickstyle/simple1" qsCatId="simple" csTypeId="urn:microsoft.com/office/officeart/2005/8/colors/colorful5" csCatId="colorful" phldr="1"/>
      <dgm:spPr/>
      <dgm:t>
        <a:bodyPr/>
        <a:lstStyle/>
        <a:p>
          <a:endParaRPr lang="en-US"/>
        </a:p>
      </dgm:t>
    </dgm:pt>
    <dgm:pt modelId="{73EE00A0-7233-C444-8873-04889FC08560}">
      <dgm:prSet phldrT="[Text]"/>
      <dgm:spPr>
        <a:solidFill>
          <a:schemeClr val="accent2"/>
        </a:solidFill>
      </dgm:spPr>
      <dgm:t>
        <a:bodyPr/>
        <a:lstStyle/>
        <a:p>
          <a:r>
            <a:rPr lang="en-US" dirty="0">
              <a:latin typeface="Oxygen" panose="02000503000000000000" pitchFamily="2" charset="77"/>
            </a:rPr>
            <a:t>Universal</a:t>
          </a:r>
        </a:p>
      </dgm:t>
    </dgm:pt>
    <dgm:pt modelId="{08136607-16E0-3947-88B0-076B483D4469}" type="parTrans" cxnId="{5569CB0B-19F7-F14D-9CF3-CB26DA11B010}">
      <dgm:prSet/>
      <dgm:spPr/>
      <dgm:t>
        <a:bodyPr/>
        <a:lstStyle/>
        <a:p>
          <a:endParaRPr lang="en-US"/>
        </a:p>
      </dgm:t>
    </dgm:pt>
    <dgm:pt modelId="{D585DD3D-792F-0841-A663-9C8F6D76E4A3}" type="sibTrans" cxnId="{5569CB0B-19F7-F14D-9CF3-CB26DA11B010}">
      <dgm:prSet/>
      <dgm:spPr/>
      <dgm:t>
        <a:bodyPr/>
        <a:lstStyle/>
        <a:p>
          <a:endParaRPr lang="en-US"/>
        </a:p>
      </dgm:t>
    </dgm:pt>
    <dgm:pt modelId="{8314A770-E00E-6547-B549-CA7AB5446322}">
      <dgm:prSet phldrT="[Text]"/>
      <dgm:spPr>
        <a:solidFill>
          <a:schemeClr val="tx2"/>
        </a:solidFill>
      </dgm:spPr>
      <dgm:t>
        <a:bodyPr/>
        <a:lstStyle/>
        <a:p>
          <a:r>
            <a:rPr lang="en-US" dirty="0">
              <a:latin typeface="Oxygen" panose="02000503000000000000" pitchFamily="2" charset="77"/>
            </a:rPr>
            <a:t>Heavy</a:t>
          </a:r>
        </a:p>
      </dgm:t>
    </dgm:pt>
    <dgm:pt modelId="{3EFCDF5D-D45D-E74A-A78F-51A40BF69C56}" type="parTrans" cxnId="{A884D92F-98A7-6D4A-9055-CB8EB3C9F092}">
      <dgm:prSet/>
      <dgm:spPr/>
      <dgm:t>
        <a:bodyPr/>
        <a:lstStyle/>
        <a:p>
          <a:endParaRPr lang="en-US"/>
        </a:p>
      </dgm:t>
    </dgm:pt>
    <dgm:pt modelId="{D6B40581-7E6B-A24D-960F-E23B3D50AE72}" type="sibTrans" cxnId="{A884D92F-98A7-6D4A-9055-CB8EB3C9F092}">
      <dgm:prSet/>
      <dgm:spPr/>
      <dgm:t>
        <a:bodyPr/>
        <a:lstStyle/>
        <a:p>
          <a:endParaRPr lang="en-US"/>
        </a:p>
      </dgm:t>
    </dgm:pt>
    <dgm:pt modelId="{3DBE0C86-8731-D748-97D2-B935321E4C2B}" type="pres">
      <dgm:prSet presAssocID="{8DF0D15D-C61A-594D-AE51-D495421BE188}" presName="diagram" presStyleCnt="0">
        <dgm:presLayoutVars>
          <dgm:dir/>
          <dgm:resizeHandles val="exact"/>
        </dgm:presLayoutVars>
      </dgm:prSet>
      <dgm:spPr/>
    </dgm:pt>
    <dgm:pt modelId="{E5519D09-3960-B048-BBBB-3E5142F6DE38}" type="pres">
      <dgm:prSet presAssocID="{73EE00A0-7233-C444-8873-04889FC08560}" presName="node" presStyleLbl="node1" presStyleIdx="0" presStyleCnt="2">
        <dgm:presLayoutVars>
          <dgm:bulletEnabled val="1"/>
        </dgm:presLayoutVars>
      </dgm:prSet>
      <dgm:spPr/>
    </dgm:pt>
    <dgm:pt modelId="{B4545D6B-39F6-D443-B340-154656F38487}" type="pres">
      <dgm:prSet presAssocID="{D585DD3D-792F-0841-A663-9C8F6D76E4A3}" presName="sibTrans" presStyleCnt="0"/>
      <dgm:spPr/>
    </dgm:pt>
    <dgm:pt modelId="{A76DD5D8-01AD-074F-AA21-6C70CD9FBAA6}" type="pres">
      <dgm:prSet presAssocID="{8314A770-E00E-6547-B549-CA7AB5446322}" presName="node" presStyleLbl="node1" presStyleIdx="1" presStyleCnt="2">
        <dgm:presLayoutVars>
          <dgm:bulletEnabled val="1"/>
        </dgm:presLayoutVars>
      </dgm:prSet>
      <dgm:spPr/>
    </dgm:pt>
  </dgm:ptLst>
  <dgm:cxnLst>
    <dgm:cxn modelId="{5569CB0B-19F7-F14D-9CF3-CB26DA11B010}" srcId="{8DF0D15D-C61A-594D-AE51-D495421BE188}" destId="{73EE00A0-7233-C444-8873-04889FC08560}" srcOrd="0" destOrd="0" parTransId="{08136607-16E0-3947-88B0-076B483D4469}" sibTransId="{D585DD3D-792F-0841-A663-9C8F6D76E4A3}"/>
    <dgm:cxn modelId="{A884D92F-98A7-6D4A-9055-CB8EB3C9F092}" srcId="{8DF0D15D-C61A-594D-AE51-D495421BE188}" destId="{8314A770-E00E-6547-B549-CA7AB5446322}" srcOrd="1" destOrd="0" parTransId="{3EFCDF5D-D45D-E74A-A78F-51A40BF69C56}" sibTransId="{D6B40581-7E6B-A24D-960F-E23B3D50AE72}"/>
    <dgm:cxn modelId="{47402FB6-400F-5B48-B8B2-EB4B5C22BC23}" type="presOf" srcId="{8DF0D15D-C61A-594D-AE51-D495421BE188}" destId="{3DBE0C86-8731-D748-97D2-B935321E4C2B}" srcOrd="0" destOrd="0" presId="urn:microsoft.com/office/officeart/2005/8/layout/default"/>
    <dgm:cxn modelId="{50281CB9-51BC-DE42-BC7A-392EA228B953}" type="presOf" srcId="{8314A770-E00E-6547-B549-CA7AB5446322}" destId="{A76DD5D8-01AD-074F-AA21-6C70CD9FBAA6}" srcOrd="0" destOrd="0" presId="urn:microsoft.com/office/officeart/2005/8/layout/default"/>
    <dgm:cxn modelId="{268464D3-FD82-4D42-A797-0B47C341276D}" type="presOf" srcId="{73EE00A0-7233-C444-8873-04889FC08560}" destId="{E5519D09-3960-B048-BBBB-3E5142F6DE38}" srcOrd="0" destOrd="0" presId="urn:microsoft.com/office/officeart/2005/8/layout/default"/>
    <dgm:cxn modelId="{900A132F-7A37-C44F-9E01-D305116E47AE}" type="presParOf" srcId="{3DBE0C86-8731-D748-97D2-B935321E4C2B}" destId="{E5519D09-3960-B048-BBBB-3E5142F6DE38}" srcOrd="0" destOrd="0" presId="urn:microsoft.com/office/officeart/2005/8/layout/default"/>
    <dgm:cxn modelId="{4AEC8C83-465A-F940-AADC-FE1F87BD8707}" type="presParOf" srcId="{3DBE0C86-8731-D748-97D2-B935321E4C2B}" destId="{B4545D6B-39F6-D443-B340-154656F38487}" srcOrd="1" destOrd="0" presId="urn:microsoft.com/office/officeart/2005/8/layout/default"/>
    <dgm:cxn modelId="{F87A6015-7660-9440-B87A-1C51F970348C}" type="presParOf" srcId="{3DBE0C86-8731-D748-97D2-B935321E4C2B}" destId="{A76DD5D8-01AD-074F-AA21-6C70CD9FBAA6}" srcOrd="2"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0A53D5-2341-DF4B-ADDB-5CBD24D269AA}">
      <dsp:nvSpPr>
        <dsp:cNvPr id="0" name=""/>
        <dsp:cNvSpPr/>
      </dsp:nvSpPr>
      <dsp:spPr>
        <a:xfrm>
          <a:off x="0" y="3985749"/>
          <a:ext cx="9887919" cy="523127"/>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64008" rIns="64008" bIns="64008"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Oxygen" panose="02000503000000000000" pitchFamily="2" charset="77"/>
            </a:rPr>
            <a:t>Search</a:t>
          </a:r>
        </a:p>
      </dsp:txBody>
      <dsp:txXfrm>
        <a:off x="0" y="3985749"/>
        <a:ext cx="9887919" cy="523127"/>
      </dsp:txXfrm>
    </dsp:sp>
    <dsp:sp modelId="{20BBEA79-CAB6-694E-8819-A4052FD1EF06}">
      <dsp:nvSpPr>
        <dsp:cNvPr id="0" name=""/>
        <dsp:cNvSpPr/>
      </dsp:nvSpPr>
      <dsp:spPr>
        <a:xfrm rot="10800000">
          <a:off x="0" y="3189026"/>
          <a:ext cx="9887919" cy="804570"/>
        </a:xfrm>
        <a:prstGeom prst="upArrowCallou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64008" rIns="64008" bIns="64008"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Oxygen" panose="02000503000000000000" pitchFamily="2" charset="77"/>
            </a:rPr>
            <a:t>Indexing</a:t>
          </a:r>
        </a:p>
      </dsp:txBody>
      <dsp:txXfrm rot="-10800000">
        <a:off x="0" y="3189026"/>
        <a:ext cx="9887919" cy="282404"/>
      </dsp:txXfrm>
    </dsp:sp>
    <dsp:sp modelId="{F0EA45B7-691E-6649-8040-6AD149BF2EEA}">
      <dsp:nvSpPr>
        <dsp:cNvPr id="0" name=""/>
        <dsp:cNvSpPr/>
      </dsp:nvSpPr>
      <dsp:spPr>
        <a:xfrm>
          <a:off x="0" y="3471430"/>
          <a:ext cx="4943959" cy="240566"/>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784" tIns="8890" rIns="49784" bIns="8890" numCol="1" spcCol="1270" anchor="ctr" anchorCtr="0">
          <a:noAutofit/>
        </a:bodyPr>
        <a:lstStyle/>
        <a:p>
          <a:pPr marL="0" lvl="0" indent="0" algn="ctr" defTabSz="311150">
            <a:lnSpc>
              <a:spcPct val="90000"/>
            </a:lnSpc>
            <a:spcBef>
              <a:spcPct val="0"/>
            </a:spcBef>
            <a:spcAft>
              <a:spcPct val="35000"/>
            </a:spcAft>
            <a:buNone/>
          </a:pPr>
          <a:r>
            <a:rPr lang="en-US" sz="700" kern="1200" dirty="0">
              <a:latin typeface="Oxygen" panose="02000503000000000000" pitchFamily="2" charset="77"/>
            </a:rPr>
            <a:t>Segmentation</a:t>
          </a:r>
        </a:p>
      </dsp:txBody>
      <dsp:txXfrm>
        <a:off x="0" y="3471430"/>
        <a:ext cx="4943959" cy="240566"/>
      </dsp:txXfrm>
    </dsp:sp>
    <dsp:sp modelId="{E5CCADBE-795D-C341-939F-C63469665C2E}">
      <dsp:nvSpPr>
        <dsp:cNvPr id="0" name=""/>
        <dsp:cNvSpPr/>
      </dsp:nvSpPr>
      <dsp:spPr>
        <a:xfrm>
          <a:off x="4943959" y="3471430"/>
          <a:ext cx="4943959" cy="240566"/>
        </a:xfrm>
        <a:prstGeom prst="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784" tIns="8890" rIns="49784" bIns="8890" numCol="1" spcCol="1270" anchor="ctr" anchorCtr="0">
          <a:noAutofit/>
        </a:bodyPr>
        <a:lstStyle/>
        <a:p>
          <a:pPr marL="0" lvl="0" indent="0" algn="ctr" defTabSz="311150">
            <a:lnSpc>
              <a:spcPct val="90000"/>
            </a:lnSpc>
            <a:spcBef>
              <a:spcPct val="0"/>
            </a:spcBef>
            <a:spcAft>
              <a:spcPct val="35000"/>
            </a:spcAft>
            <a:buNone/>
          </a:pPr>
          <a:r>
            <a:rPr lang="en-US" sz="700" kern="1200" dirty="0">
              <a:latin typeface="Oxygen" panose="02000503000000000000" pitchFamily="2" charset="77"/>
            </a:rPr>
            <a:t>Index building</a:t>
          </a:r>
        </a:p>
      </dsp:txBody>
      <dsp:txXfrm>
        <a:off x="4943959" y="3471430"/>
        <a:ext cx="4943959" cy="240566"/>
      </dsp:txXfrm>
    </dsp:sp>
    <dsp:sp modelId="{8D9CBA2D-EB69-7646-9963-27677751397D}">
      <dsp:nvSpPr>
        <dsp:cNvPr id="0" name=""/>
        <dsp:cNvSpPr/>
      </dsp:nvSpPr>
      <dsp:spPr>
        <a:xfrm rot="10800000">
          <a:off x="0" y="2392303"/>
          <a:ext cx="9887919" cy="804570"/>
        </a:xfrm>
        <a:prstGeom prst="upArrowCallou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64008" rIns="64008" bIns="64008"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Oxygen" panose="02000503000000000000" pitchFamily="2" charset="77"/>
            </a:rPr>
            <a:t>Indexing queue</a:t>
          </a:r>
        </a:p>
      </dsp:txBody>
      <dsp:txXfrm rot="10800000">
        <a:off x="0" y="2392303"/>
        <a:ext cx="9887919" cy="522785"/>
      </dsp:txXfrm>
    </dsp:sp>
    <dsp:sp modelId="{B63A025D-98BC-1944-8321-FFB05316BFD4}">
      <dsp:nvSpPr>
        <dsp:cNvPr id="0" name=""/>
        <dsp:cNvSpPr/>
      </dsp:nvSpPr>
      <dsp:spPr>
        <a:xfrm rot="10800000">
          <a:off x="0" y="1595580"/>
          <a:ext cx="9887919" cy="804570"/>
        </a:xfrm>
        <a:prstGeom prst="upArrowCallou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64008" rIns="64008" bIns="64008" numCol="1" spcCol="1270" anchor="ctr" anchorCtr="0">
          <a:noAutofit/>
        </a:bodyPr>
        <a:lstStyle/>
        <a:p>
          <a:pPr marL="0" lvl="0" indent="0" algn="ctr" defTabSz="400050">
            <a:lnSpc>
              <a:spcPct val="90000"/>
            </a:lnSpc>
            <a:spcBef>
              <a:spcPct val="0"/>
            </a:spcBef>
            <a:spcAft>
              <a:spcPct val="35000"/>
            </a:spcAft>
            <a:buNone/>
          </a:pPr>
          <a:r>
            <a:rPr lang="en-US" sz="900" kern="1200" dirty="0">
              <a:solidFill>
                <a:schemeClr val="tx1"/>
              </a:solidFill>
              <a:latin typeface="Oxygen" panose="02000503000000000000" pitchFamily="2" charset="77"/>
            </a:rPr>
            <a:t>Parsing</a:t>
          </a:r>
        </a:p>
      </dsp:txBody>
      <dsp:txXfrm rot="-10800000">
        <a:off x="0" y="1595580"/>
        <a:ext cx="9887919" cy="282404"/>
      </dsp:txXfrm>
    </dsp:sp>
    <dsp:sp modelId="{12B31332-1770-AA47-BB04-0ED310F0921F}">
      <dsp:nvSpPr>
        <dsp:cNvPr id="0" name=""/>
        <dsp:cNvSpPr/>
      </dsp:nvSpPr>
      <dsp:spPr>
        <a:xfrm>
          <a:off x="1207" y="1877984"/>
          <a:ext cx="1977100" cy="240566"/>
        </a:xfrm>
        <a:prstGeom prst="rect">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784" tIns="8890" rIns="49784" bIns="8890" numCol="1" spcCol="1270" anchor="ctr" anchorCtr="0">
          <a:noAutofit/>
        </a:bodyPr>
        <a:lstStyle/>
        <a:p>
          <a:pPr marL="0" lvl="0" indent="0" algn="ctr" defTabSz="311150">
            <a:lnSpc>
              <a:spcPct val="90000"/>
            </a:lnSpc>
            <a:spcBef>
              <a:spcPct val="0"/>
            </a:spcBef>
            <a:spcAft>
              <a:spcPct val="35000"/>
            </a:spcAft>
            <a:buNone/>
          </a:pPr>
          <a:r>
            <a:rPr lang="en-US" sz="700" kern="1200" dirty="0">
              <a:latin typeface="Oxygen" panose="02000503000000000000" pitchFamily="2" charset="77"/>
            </a:rPr>
            <a:t>Source and event typing</a:t>
          </a:r>
        </a:p>
      </dsp:txBody>
      <dsp:txXfrm>
        <a:off x="1207" y="1877984"/>
        <a:ext cx="1977100" cy="240566"/>
      </dsp:txXfrm>
    </dsp:sp>
    <dsp:sp modelId="{5441C2F6-BF22-7240-AB4C-AF0DF8BE4766}">
      <dsp:nvSpPr>
        <dsp:cNvPr id="0" name=""/>
        <dsp:cNvSpPr/>
      </dsp:nvSpPr>
      <dsp:spPr>
        <a:xfrm>
          <a:off x="1978308" y="1877984"/>
          <a:ext cx="1977100" cy="240566"/>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784" tIns="8890" rIns="49784" bIns="8890" numCol="1" spcCol="1270" anchor="ctr" anchorCtr="0">
          <a:noAutofit/>
        </a:bodyPr>
        <a:lstStyle/>
        <a:p>
          <a:pPr marL="0" lvl="0" indent="0" algn="ctr" defTabSz="311150">
            <a:lnSpc>
              <a:spcPct val="90000"/>
            </a:lnSpc>
            <a:spcBef>
              <a:spcPct val="0"/>
            </a:spcBef>
            <a:spcAft>
              <a:spcPct val="35000"/>
            </a:spcAft>
            <a:buNone/>
          </a:pPr>
          <a:r>
            <a:rPr lang="en-US" sz="700" kern="1200" dirty="0">
              <a:latin typeface="Oxygen" panose="02000503000000000000" pitchFamily="2" charset="77"/>
            </a:rPr>
            <a:t>Character set normalization</a:t>
          </a:r>
        </a:p>
      </dsp:txBody>
      <dsp:txXfrm>
        <a:off x="1978308" y="1877984"/>
        <a:ext cx="1977100" cy="240566"/>
      </dsp:txXfrm>
    </dsp:sp>
    <dsp:sp modelId="{5E7BB56B-2FC5-134D-9CB9-5595428004F0}">
      <dsp:nvSpPr>
        <dsp:cNvPr id="0" name=""/>
        <dsp:cNvSpPr/>
      </dsp:nvSpPr>
      <dsp:spPr>
        <a:xfrm>
          <a:off x="3955409" y="1877984"/>
          <a:ext cx="1977100" cy="240566"/>
        </a:xfrm>
        <a:prstGeom prst="rect">
          <a:avLst/>
        </a:prstGeom>
        <a:solidFill>
          <a:schemeClr val="accent6">
            <a:tint val="40000"/>
            <a:alpha val="90000"/>
            <a:hueOff val="0"/>
            <a:satOff val="0"/>
            <a:lumOff val="0"/>
            <a:alphaOff val="0"/>
          </a:schemeClr>
        </a:solidFill>
        <a:ln w="12700" cap="flat" cmpd="sng" algn="ctr">
          <a:solidFill>
            <a:schemeClr val="accent6">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784" tIns="8890" rIns="49784" bIns="8890" numCol="1" spcCol="1270" anchor="ctr" anchorCtr="0">
          <a:noAutofit/>
        </a:bodyPr>
        <a:lstStyle/>
        <a:p>
          <a:pPr marL="0" lvl="0" indent="0" algn="ctr" defTabSz="311150">
            <a:lnSpc>
              <a:spcPct val="90000"/>
            </a:lnSpc>
            <a:spcBef>
              <a:spcPct val="0"/>
            </a:spcBef>
            <a:spcAft>
              <a:spcPct val="35000"/>
            </a:spcAft>
            <a:buNone/>
          </a:pPr>
          <a:r>
            <a:rPr lang="en-US" sz="700" kern="1200" dirty="0">
              <a:latin typeface="Oxygen" panose="02000503000000000000" pitchFamily="2" charset="77"/>
            </a:rPr>
            <a:t>Line termination identification</a:t>
          </a:r>
        </a:p>
      </dsp:txBody>
      <dsp:txXfrm>
        <a:off x="3955409" y="1877984"/>
        <a:ext cx="1977100" cy="240566"/>
      </dsp:txXfrm>
    </dsp:sp>
    <dsp:sp modelId="{84126716-F878-2144-A156-3A4FF70335D4}">
      <dsp:nvSpPr>
        <dsp:cNvPr id="0" name=""/>
        <dsp:cNvSpPr/>
      </dsp:nvSpPr>
      <dsp:spPr>
        <a:xfrm>
          <a:off x="5932509" y="1877984"/>
          <a:ext cx="1977100" cy="240566"/>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784" tIns="8890" rIns="49784" bIns="8890" numCol="1" spcCol="1270" anchor="ctr" anchorCtr="0">
          <a:noAutofit/>
        </a:bodyPr>
        <a:lstStyle/>
        <a:p>
          <a:pPr marL="0" lvl="0" indent="0" algn="ctr" defTabSz="311150">
            <a:lnSpc>
              <a:spcPct val="90000"/>
            </a:lnSpc>
            <a:spcBef>
              <a:spcPct val="0"/>
            </a:spcBef>
            <a:spcAft>
              <a:spcPct val="35000"/>
            </a:spcAft>
            <a:buNone/>
          </a:pPr>
          <a:r>
            <a:rPr lang="en-US" sz="700" kern="1200" dirty="0">
              <a:latin typeface="Oxygen" panose="02000503000000000000" pitchFamily="2" charset="77"/>
            </a:rPr>
            <a:t>Timestamp identification</a:t>
          </a:r>
        </a:p>
      </dsp:txBody>
      <dsp:txXfrm>
        <a:off x="5932509" y="1877984"/>
        <a:ext cx="1977100" cy="240566"/>
      </dsp:txXfrm>
    </dsp:sp>
    <dsp:sp modelId="{72AE5455-EA05-1A42-A4A0-BFCF85A4DFCE}">
      <dsp:nvSpPr>
        <dsp:cNvPr id="0" name=""/>
        <dsp:cNvSpPr/>
      </dsp:nvSpPr>
      <dsp:spPr>
        <a:xfrm>
          <a:off x="7909610" y="1877984"/>
          <a:ext cx="1977100" cy="240566"/>
        </a:xfrm>
        <a:prstGeom prst="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784" tIns="8890" rIns="49784" bIns="8890" numCol="1" spcCol="1270" anchor="ctr" anchorCtr="0">
          <a:noAutofit/>
        </a:bodyPr>
        <a:lstStyle/>
        <a:p>
          <a:pPr marL="0" lvl="0" indent="0" algn="ctr" defTabSz="311150">
            <a:lnSpc>
              <a:spcPct val="90000"/>
            </a:lnSpc>
            <a:spcBef>
              <a:spcPct val="0"/>
            </a:spcBef>
            <a:spcAft>
              <a:spcPct val="35000"/>
            </a:spcAft>
            <a:buNone/>
          </a:pPr>
          <a:r>
            <a:rPr lang="en-US" sz="700" kern="1200" dirty="0">
              <a:latin typeface="Oxygen" panose="02000503000000000000" pitchFamily="2" charset="77"/>
            </a:rPr>
            <a:t>Regex transforms, parse-time field creation</a:t>
          </a:r>
        </a:p>
      </dsp:txBody>
      <dsp:txXfrm>
        <a:off x="7909610" y="1877984"/>
        <a:ext cx="1977100" cy="240566"/>
      </dsp:txXfrm>
    </dsp:sp>
    <dsp:sp modelId="{D91E6F1B-8B69-6940-BDED-4101DF3279EA}">
      <dsp:nvSpPr>
        <dsp:cNvPr id="0" name=""/>
        <dsp:cNvSpPr/>
      </dsp:nvSpPr>
      <dsp:spPr>
        <a:xfrm rot="10800000">
          <a:off x="0" y="798856"/>
          <a:ext cx="9887919" cy="804570"/>
        </a:xfrm>
        <a:prstGeom prst="upArrowCallou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64008" rIns="64008" bIns="64008"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Oxygen" panose="02000503000000000000" pitchFamily="2" charset="77"/>
            </a:rPr>
            <a:t>Parsing queue</a:t>
          </a:r>
        </a:p>
      </dsp:txBody>
      <dsp:txXfrm rot="10800000">
        <a:off x="0" y="798856"/>
        <a:ext cx="9887919" cy="522785"/>
      </dsp:txXfrm>
    </dsp:sp>
    <dsp:sp modelId="{E32CB097-4DD2-B349-B830-875A0BCB81A6}">
      <dsp:nvSpPr>
        <dsp:cNvPr id="0" name=""/>
        <dsp:cNvSpPr/>
      </dsp:nvSpPr>
      <dsp:spPr>
        <a:xfrm rot="10800000">
          <a:off x="0" y="2133"/>
          <a:ext cx="9887919" cy="804570"/>
        </a:xfrm>
        <a:prstGeom prst="upArrowCallou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64008" rIns="64008" bIns="64008" numCol="1" spcCol="1270" anchor="ctr" anchorCtr="0">
          <a:noAutofit/>
        </a:bodyPr>
        <a:lstStyle/>
        <a:p>
          <a:pPr marL="0" lvl="0" indent="0" algn="ctr" defTabSz="400050">
            <a:lnSpc>
              <a:spcPct val="90000"/>
            </a:lnSpc>
            <a:spcBef>
              <a:spcPct val="0"/>
            </a:spcBef>
            <a:spcAft>
              <a:spcPct val="35000"/>
            </a:spcAft>
            <a:buNone/>
          </a:pPr>
          <a:r>
            <a:rPr lang="en-US" sz="900" kern="1200" dirty="0">
              <a:solidFill>
                <a:schemeClr val="tx1"/>
              </a:solidFill>
              <a:latin typeface="Oxygen" panose="02000503000000000000" pitchFamily="2" charset="77"/>
            </a:rPr>
            <a:t>Inputs</a:t>
          </a:r>
        </a:p>
      </dsp:txBody>
      <dsp:txXfrm rot="-10800000">
        <a:off x="0" y="2133"/>
        <a:ext cx="9887919" cy="282404"/>
      </dsp:txXfrm>
    </dsp:sp>
    <dsp:sp modelId="{C8BB6012-E6E7-3646-87A8-9872904FE99C}">
      <dsp:nvSpPr>
        <dsp:cNvPr id="0" name=""/>
        <dsp:cNvSpPr/>
      </dsp:nvSpPr>
      <dsp:spPr>
        <a:xfrm>
          <a:off x="1207" y="284537"/>
          <a:ext cx="1977100" cy="240566"/>
        </a:xfrm>
        <a:prstGeom prst="rect">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784" tIns="8890" rIns="49784" bIns="8890" numCol="1" spcCol="1270" anchor="ctr" anchorCtr="0">
          <a:noAutofit/>
        </a:bodyPr>
        <a:lstStyle/>
        <a:p>
          <a:pPr marL="0" lvl="0" indent="0" algn="ctr" defTabSz="311150">
            <a:lnSpc>
              <a:spcPct val="90000"/>
            </a:lnSpc>
            <a:spcBef>
              <a:spcPct val="0"/>
            </a:spcBef>
            <a:spcAft>
              <a:spcPct val="35000"/>
            </a:spcAft>
            <a:buNone/>
          </a:pPr>
          <a:r>
            <a:rPr lang="en-US" sz="700" kern="1200" dirty="0">
              <a:latin typeface="Oxygen" panose="02000503000000000000" pitchFamily="2" charset="77"/>
            </a:rPr>
            <a:t>Upload</a:t>
          </a:r>
        </a:p>
      </dsp:txBody>
      <dsp:txXfrm>
        <a:off x="1207" y="284537"/>
        <a:ext cx="1977100" cy="240566"/>
      </dsp:txXfrm>
    </dsp:sp>
    <dsp:sp modelId="{E97F8EED-7E98-F94A-AB6D-3AA3FD0AD6A0}">
      <dsp:nvSpPr>
        <dsp:cNvPr id="0" name=""/>
        <dsp:cNvSpPr/>
      </dsp:nvSpPr>
      <dsp:spPr>
        <a:xfrm>
          <a:off x="1978308" y="284537"/>
          <a:ext cx="1977100" cy="240566"/>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784" tIns="8890" rIns="49784" bIns="8890" numCol="1" spcCol="1270" anchor="ctr" anchorCtr="0">
          <a:noAutofit/>
        </a:bodyPr>
        <a:lstStyle/>
        <a:p>
          <a:pPr marL="0" lvl="0" indent="0" algn="ctr" defTabSz="311150">
            <a:lnSpc>
              <a:spcPct val="90000"/>
            </a:lnSpc>
            <a:spcBef>
              <a:spcPct val="0"/>
            </a:spcBef>
            <a:spcAft>
              <a:spcPct val="35000"/>
            </a:spcAft>
            <a:buNone/>
          </a:pPr>
          <a:r>
            <a:rPr lang="en-US" sz="700" kern="1200" dirty="0">
              <a:latin typeface="Oxygen" panose="02000503000000000000" pitchFamily="2" charset="77"/>
            </a:rPr>
            <a:t>Local Monitor</a:t>
          </a:r>
        </a:p>
      </dsp:txBody>
      <dsp:txXfrm>
        <a:off x="1978308" y="284537"/>
        <a:ext cx="1977100" cy="240566"/>
      </dsp:txXfrm>
    </dsp:sp>
    <dsp:sp modelId="{B5DE1AE8-38EC-4E4B-92EE-268C0963F081}">
      <dsp:nvSpPr>
        <dsp:cNvPr id="0" name=""/>
        <dsp:cNvSpPr/>
      </dsp:nvSpPr>
      <dsp:spPr>
        <a:xfrm>
          <a:off x="3955409" y="284537"/>
          <a:ext cx="1977100" cy="240566"/>
        </a:xfrm>
        <a:prstGeom prst="rect">
          <a:avLst/>
        </a:prstGeom>
        <a:solidFill>
          <a:schemeClr val="accent6">
            <a:tint val="40000"/>
            <a:alpha val="90000"/>
            <a:hueOff val="0"/>
            <a:satOff val="0"/>
            <a:lumOff val="0"/>
            <a:alphaOff val="0"/>
          </a:schemeClr>
        </a:solidFill>
        <a:ln w="12700" cap="flat" cmpd="sng" algn="ctr">
          <a:solidFill>
            <a:schemeClr val="accent6">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784" tIns="8890" rIns="49784" bIns="8890" numCol="1" spcCol="1270" anchor="ctr" anchorCtr="0">
          <a:noAutofit/>
        </a:bodyPr>
        <a:lstStyle/>
        <a:p>
          <a:pPr marL="0" lvl="0" indent="0" algn="ctr" defTabSz="311150">
            <a:lnSpc>
              <a:spcPct val="90000"/>
            </a:lnSpc>
            <a:spcBef>
              <a:spcPct val="0"/>
            </a:spcBef>
            <a:spcAft>
              <a:spcPct val="35000"/>
            </a:spcAft>
            <a:buNone/>
          </a:pPr>
          <a:r>
            <a:rPr lang="en-US" sz="700" kern="1200" dirty="0">
              <a:latin typeface="Oxygen" panose="02000503000000000000" pitchFamily="2" charset="77"/>
            </a:rPr>
            <a:t>TCP/UDP</a:t>
          </a:r>
        </a:p>
      </dsp:txBody>
      <dsp:txXfrm>
        <a:off x="3955409" y="284537"/>
        <a:ext cx="1977100" cy="240566"/>
      </dsp:txXfrm>
    </dsp:sp>
    <dsp:sp modelId="{EEB3A567-7C3C-FC4B-9CE3-1D6876BE93FE}">
      <dsp:nvSpPr>
        <dsp:cNvPr id="0" name=""/>
        <dsp:cNvSpPr/>
      </dsp:nvSpPr>
      <dsp:spPr>
        <a:xfrm>
          <a:off x="5932509" y="284537"/>
          <a:ext cx="1977100" cy="240566"/>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784" tIns="8890" rIns="49784" bIns="8890" numCol="1" spcCol="1270" anchor="ctr" anchorCtr="0">
          <a:noAutofit/>
        </a:bodyPr>
        <a:lstStyle/>
        <a:p>
          <a:pPr marL="0" lvl="0" indent="0" algn="ctr" defTabSz="311150">
            <a:lnSpc>
              <a:spcPct val="90000"/>
            </a:lnSpc>
            <a:spcBef>
              <a:spcPct val="0"/>
            </a:spcBef>
            <a:spcAft>
              <a:spcPct val="35000"/>
            </a:spcAft>
            <a:buNone/>
          </a:pPr>
          <a:r>
            <a:rPr lang="en-US" sz="700" kern="1200" dirty="0">
              <a:latin typeface="Oxygen" panose="02000503000000000000" pitchFamily="2" charset="77"/>
            </a:rPr>
            <a:t>Scripted</a:t>
          </a:r>
        </a:p>
      </dsp:txBody>
      <dsp:txXfrm>
        <a:off x="5932509" y="284537"/>
        <a:ext cx="1977100" cy="240566"/>
      </dsp:txXfrm>
    </dsp:sp>
    <dsp:sp modelId="{C470815E-BCE0-284E-ADB5-5A5182A94833}">
      <dsp:nvSpPr>
        <dsp:cNvPr id="0" name=""/>
        <dsp:cNvSpPr/>
      </dsp:nvSpPr>
      <dsp:spPr>
        <a:xfrm>
          <a:off x="7909610" y="284537"/>
          <a:ext cx="1977100" cy="240566"/>
        </a:xfrm>
        <a:prstGeom prst="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784" tIns="8890" rIns="49784" bIns="8890" numCol="1" spcCol="1270" anchor="ctr" anchorCtr="0">
          <a:noAutofit/>
        </a:bodyPr>
        <a:lstStyle/>
        <a:p>
          <a:pPr marL="0" lvl="0" indent="0" algn="ctr" defTabSz="311150">
            <a:lnSpc>
              <a:spcPct val="90000"/>
            </a:lnSpc>
            <a:spcBef>
              <a:spcPct val="0"/>
            </a:spcBef>
            <a:spcAft>
              <a:spcPct val="35000"/>
            </a:spcAft>
            <a:buNone/>
          </a:pPr>
          <a:r>
            <a:rPr lang="en-US" sz="700" kern="1200" dirty="0">
              <a:latin typeface="Oxygen" panose="02000503000000000000" pitchFamily="2" charset="77"/>
            </a:rPr>
            <a:t>Remote Monitor</a:t>
          </a:r>
        </a:p>
      </dsp:txBody>
      <dsp:txXfrm>
        <a:off x="7909610" y="284537"/>
        <a:ext cx="1977100" cy="24056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519D09-3960-B048-BBBB-3E5142F6DE38}">
      <dsp:nvSpPr>
        <dsp:cNvPr id="0" name=""/>
        <dsp:cNvSpPr/>
      </dsp:nvSpPr>
      <dsp:spPr>
        <a:xfrm>
          <a:off x="1137" y="1378962"/>
          <a:ext cx="4434570" cy="2660742"/>
        </a:xfrm>
        <a:prstGeom prst="rect">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en-US" sz="6500" kern="1200" dirty="0">
              <a:latin typeface="Oxygen" panose="02000503000000000000" pitchFamily="2" charset="77"/>
            </a:rPr>
            <a:t>Universal</a:t>
          </a:r>
        </a:p>
      </dsp:txBody>
      <dsp:txXfrm>
        <a:off x="1137" y="1378962"/>
        <a:ext cx="4434570" cy="2660742"/>
      </dsp:txXfrm>
    </dsp:sp>
    <dsp:sp modelId="{A76DD5D8-01AD-074F-AA21-6C70CD9FBAA6}">
      <dsp:nvSpPr>
        <dsp:cNvPr id="0" name=""/>
        <dsp:cNvSpPr/>
      </dsp:nvSpPr>
      <dsp:spPr>
        <a:xfrm>
          <a:off x="4879165" y="1378962"/>
          <a:ext cx="4434570" cy="2660742"/>
        </a:xfrm>
        <a:prstGeom prst="rect">
          <a:avLst/>
        </a:prstGeom>
        <a:solidFill>
          <a:schemeClr val="tx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en-US" sz="6500" kern="1200" dirty="0">
              <a:latin typeface="Oxygen" panose="02000503000000000000" pitchFamily="2" charset="77"/>
            </a:rPr>
            <a:t>Heavy</a:t>
          </a:r>
        </a:p>
      </dsp:txBody>
      <dsp:txXfrm>
        <a:off x="4879165" y="1378962"/>
        <a:ext cx="4434570" cy="2660742"/>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A8F43A4-FDC7-5048-9C55-B37BF188CCA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3951E4B-6168-4F44-A996-155693893D9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75306E-17AE-FE4F-A068-D358FBAB85E5}" type="datetimeFigureOut">
              <a:rPr lang="en-US" smtClean="0"/>
              <a:t>11/9/2020</a:t>
            </a:fld>
            <a:endParaRPr lang="en-US"/>
          </a:p>
        </p:txBody>
      </p:sp>
      <p:sp>
        <p:nvSpPr>
          <p:cNvPr id="4" name="Footer Placeholder 3">
            <a:extLst>
              <a:ext uri="{FF2B5EF4-FFF2-40B4-BE49-F238E27FC236}">
                <a16:creationId xmlns:a16="http://schemas.microsoft.com/office/drawing/2014/main" id="{B57A9D0F-028A-334F-9C4C-34044767110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643DBB5-5C5E-F34D-A707-4CC7FB08891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392CC26-50D2-4C45-80DF-B9D66A1C40C3}" type="slidenum">
              <a:rPr lang="en-US" smtClean="0"/>
              <a:t>‹#›</a:t>
            </a:fld>
            <a:endParaRPr lang="en-US"/>
          </a:p>
        </p:txBody>
      </p:sp>
    </p:spTree>
    <p:extLst>
      <p:ext uri="{BB962C8B-B14F-4D97-AF65-F5344CB8AC3E}">
        <p14:creationId xmlns:p14="http://schemas.microsoft.com/office/powerpoint/2010/main" val="188335623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9278B8-FC04-7344-BEE2-7F64D4B08259}" type="datetimeFigureOut">
              <a:rPr lang="en-US" smtClean="0"/>
              <a:t>11/9/2020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6F332B-523F-114C-9A8D-1E7C723DC188}" type="slidenum">
              <a:rPr lang="en-US" smtClean="0"/>
              <a:t>‹#›</a:t>
            </a:fld>
            <a:endParaRPr lang="en-US"/>
          </a:p>
        </p:txBody>
      </p:sp>
    </p:spTree>
    <p:extLst>
      <p:ext uri="{BB962C8B-B14F-4D97-AF65-F5344CB8AC3E}">
        <p14:creationId xmlns:p14="http://schemas.microsoft.com/office/powerpoint/2010/main" val="2282751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docs.splunk.com/Splexicon:Host" TargetMode="External"/><Relationship Id="rId7" Type="http://schemas.openxmlformats.org/officeDocument/2006/relationships/hyperlink" Target="https://docs.splunk.com/Splexicon:Knowledgeobject" TargetMode="External"/><Relationship Id="rId2" Type="http://schemas.openxmlformats.org/officeDocument/2006/relationships/slide" Target="../slides/slide3.xml"/><Relationship Id="rId1" Type="http://schemas.openxmlformats.org/officeDocument/2006/relationships/notesMaster" Target="../notesMasters/notesMaster1.xml"/><Relationship Id="rId6" Type="http://schemas.openxmlformats.org/officeDocument/2006/relationships/hyperlink" Target="https://docs.splunk.com/Splexicon:Eventprocessing" TargetMode="External"/><Relationship Id="rId5" Type="http://schemas.openxmlformats.org/officeDocument/2006/relationships/hyperlink" Target="https://docs.splunk.com/Splexicon:Sourcetype" TargetMode="External"/><Relationship Id="rId4" Type="http://schemas.openxmlformats.org/officeDocument/2006/relationships/hyperlink" Target="https://docs.splunk.com/Splexicon:Source"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06F332B-523F-114C-9A8D-1E7C723DC188}" type="slidenum">
              <a:rPr lang="en-US" smtClean="0"/>
              <a:t>1</a:t>
            </a:fld>
            <a:endParaRPr lang="en-US"/>
          </a:p>
        </p:txBody>
      </p:sp>
    </p:spTree>
    <p:extLst>
      <p:ext uri="{BB962C8B-B14F-4D97-AF65-F5344CB8AC3E}">
        <p14:creationId xmlns:p14="http://schemas.microsoft.com/office/powerpoint/2010/main" val="5853144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Splunk Docs</a:t>
            </a:r>
          </a:p>
          <a:p>
            <a:endParaRPr lang="en-US" dirty="0"/>
          </a:p>
          <a:p>
            <a:r>
              <a:rPr lang="en-US" sz="1200" b="1" i="0" kern="1200" dirty="0">
                <a:solidFill>
                  <a:schemeClr val="tx1"/>
                </a:solidFill>
                <a:effectLst/>
                <a:latin typeface="+mn-lt"/>
                <a:ea typeface="+mn-ea"/>
                <a:cs typeface="+mn-cs"/>
              </a:rPr>
              <a:t>Input</a:t>
            </a:r>
          </a:p>
          <a:p>
            <a:r>
              <a:rPr lang="en-US" sz="1200" b="0" i="0" kern="1200" dirty="0">
                <a:solidFill>
                  <a:schemeClr val="tx1"/>
                </a:solidFill>
                <a:effectLst/>
                <a:latin typeface="+mn-lt"/>
                <a:ea typeface="+mn-ea"/>
                <a:cs typeface="+mn-cs"/>
              </a:rPr>
              <a:t>In the input segment, Splunk software consumes data. It acquires the raw data stream from its source, breaks it into 64K blocks, and annotates each block with some metadata keys. The keys apply to the entire input source overall. They include the </a:t>
            </a:r>
            <a:r>
              <a:rPr lang="en-US" sz="1200" b="1" i="0" u="none" strike="noStrike" kern="1200" dirty="0">
                <a:solidFill>
                  <a:schemeClr val="tx1"/>
                </a:solidFill>
                <a:effectLst/>
                <a:latin typeface="+mn-lt"/>
                <a:ea typeface="+mn-ea"/>
                <a:cs typeface="+mn-cs"/>
                <a:hlinkClick r:id="rId3" tooltip="Splexicon:Host"/>
              </a:rPr>
              <a:t>host</a:t>
            </a:r>
            <a:r>
              <a:rPr lang="en-US" sz="1200" b="0" i="0" kern="1200" dirty="0">
                <a:solidFill>
                  <a:schemeClr val="tx1"/>
                </a:solidFill>
                <a:effectLst/>
                <a:latin typeface="+mn-lt"/>
                <a:ea typeface="+mn-ea"/>
                <a:cs typeface="+mn-cs"/>
              </a:rPr>
              <a:t>, </a:t>
            </a:r>
            <a:r>
              <a:rPr lang="en-US" sz="1200" b="1" i="0" u="none" strike="noStrike" kern="1200" dirty="0">
                <a:solidFill>
                  <a:schemeClr val="tx1"/>
                </a:solidFill>
                <a:effectLst/>
                <a:latin typeface="+mn-lt"/>
                <a:ea typeface="+mn-ea"/>
                <a:cs typeface="+mn-cs"/>
                <a:hlinkClick r:id="rId4" tooltip="Splexicon:Source"/>
              </a:rPr>
              <a:t>source</a:t>
            </a:r>
            <a:r>
              <a:rPr lang="en-US" sz="1200" b="0" i="0" kern="1200" dirty="0">
                <a:solidFill>
                  <a:schemeClr val="tx1"/>
                </a:solidFill>
                <a:effectLst/>
                <a:latin typeface="+mn-lt"/>
                <a:ea typeface="+mn-ea"/>
                <a:cs typeface="+mn-cs"/>
              </a:rPr>
              <a:t>, and </a:t>
            </a:r>
            <a:r>
              <a:rPr lang="en-US" sz="1200" b="1" i="0" u="none" strike="noStrike" kern="1200" dirty="0">
                <a:solidFill>
                  <a:schemeClr val="tx1"/>
                </a:solidFill>
                <a:effectLst/>
                <a:latin typeface="+mn-lt"/>
                <a:ea typeface="+mn-ea"/>
                <a:cs typeface="+mn-cs"/>
                <a:hlinkClick r:id="rId5" tooltip="Splexicon:Sourcetype"/>
              </a:rPr>
              <a:t>source type</a:t>
            </a:r>
            <a:r>
              <a:rPr lang="en-US" sz="1200" b="0" i="0" kern="1200" dirty="0">
                <a:solidFill>
                  <a:schemeClr val="tx1"/>
                </a:solidFill>
                <a:effectLst/>
                <a:latin typeface="+mn-lt"/>
                <a:ea typeface="+mn-ea"/>
                <a:cs typeface="+mn-cs"/>
              </a:rPr>
              <a:t> of the data. The keys can also include values that are used internally, such as the character encoding of the data stream, and values that control later processing of the data, such as the index into which the events should be stored.</a:t>
            </a:r>
          </a:p>
          <a:p>
            <a:r>
              <a:rPr lang="en-US" sz="1200" b="0" i="0" kern="1200" dirty="0">
                <a:solidFill>
                  <a:schemeClr val="tx1"/>
                </a:solidFill>
                <a:effectLst/>
                <a:latin typeface="+mn-lt"/>
                <a:ea typeface="+mn-ea"/>
                <a:cs typeface="+mn-cs"/>
              </a:rPr>
              <a:t>During this phase, Splunk software does not look at the contents of the data stream, so the keys apply to the entire source, not to individual events. In fact, at this point, Splunk software has no notion of individual events at all, only of a stream of data with certain global properties.</a:t>
            </a:r>
          </a:p>
          <a:p>
            <a:r>
              <a:rPr lang="en-US" sz="1200" b="1" i="0" kern="1200" dirty="0">
                <a:solidFill>
                  <a:schemeClr val="tx1"/>
                </a:solidFill>
                <a:effectLst/>
                <a:latin typeface="+mn-lt"/>
                <a:ea typeface="+mn-ea"/>
                <a:cs typeface="+mn-cs"/>
              </a:rPr>
              <a:t>Parsing</a:t>
            </a:r>
          </a:p>
          <a:p>
            <a:r>
              <a:rPr lang="en-US" sz="1200" b="0" i="0" kern="1200" dirty="0">
                <a:solidFill>
                  <a:schemeClr val="tx1"/>
                </a:solidFill>
                <a:effectLst/>
                <a:latin typeface="+mn-lt"/>
                <a:ea typeface="+mn-ea"/>
                <a:cs typeface="+mn-cs"/>
              </a:rPr>
              <a:t>During the parsing segment, Splunk software examines, analyzes, and transforms the data. This is also known as </a:t>
            </a:r>
            <a:r>
              <a:rPr lang="en-US" sz="1200" b="1" i="0" u="none" strike="noStrike" kern="1200" dirty="0">
                <a:solidFill>
                  <a:schemeClr val="tx1"/>
                </a:solidFill>
                <a:effectLst/>
                <a:latin typeface="+mn-lt"/>
                <a:ea typeface="+mn-ea"/>
                <a:cs typeface="+mn-cs"/>
                <a:hlinkClick r:id="rId6" tooltip="Splexicon:Eventprocessing"/>
              </a:rPr>
              <a:t>event processing</a:t>
            </a:r>
            <a:r>
              <a:rPr lang="en-US" sz="1200" b="0" i="0" kern="1200" dirty="0">
                <a:solidFill>
                  <a:schemeClr val="tx1"/>
                </a:solidFill>
                <a:effectLst/>
                <a:latin typeface="+mn-lt"/>
                <a:ea typeface="+mn-ea"/>
                <a:cs typeface="+mn-cs"/>
              </a:rPr>
              <a:t>. It is during this phase that Splunk software breaks the data stream into individual </a:t>
            </a:r>
            <a:r>
              <a:rPr lang="en-US" sz="1200" b="0" i="0" kern="1200" dirty="0" err="1">
                <a:solidFill>
                  <a:schemeClr val="tx1"/>
                </a:solidFill>
                <a:effectLst/>
                <a:latin typeface="+mn-lt"/>
                <a:ea typeface="+mn-ea"/>
                <a:cs typeface="+mn-cs"/>
              </a:rPr>
              <a:t>events.The</a:t>
            </a:r>
            <a:r>
              <a:rPr lang="en-US" sz="1200" b="0" i="0" kern="1200" dirty="0">
                <a:solidFill>
                  <a:schemeClr val="tx1"/>
                </a:solidFill>
                <a:effectLst/>
                <a:latin typeface="+mn-lt"/>
                <a:ea typeface="+mn-ea"/>
                <a:cs typeface="+mn-cs"/>
              </a:rPr>
              <a:t> parsing phase has many sub-phases:</a:t>
            </a:r>
          </a:p>
          <a:p>
            <a:r>
              <a:rPr lang="en-US" sz="1200" b="0" i="0" kern="1200" dirty="0">
                <a:solidFill>
                  <a:schemeClr val="tx1"/>
                </a:solidFill>
                <a:effectLst/>
                <a:latin typeface="+mn-lt"/>
                <a:ea typeface="+mn-ea"/>
                <a:cs typeface="+mn-cs"/>
              </a:rPr>
              <a:t>Breaking the stream of data into individual lines.</a:t>
            </a:r>
          </a:p>
          <a:p>
            <a:r>
              <a:rPr lang="en-US" sz="1200" b="0" i="0" kern="1200" dirty="0">
                <a:solidFill>
                  <a:schemeClr val="tx1"/>
                </a:solidFill>
                <a:effectLst/>
                <a:latin typeface="+mn-lt"/>
                <a:ea typeface="+mn-ea"/>
                <a:cs typeface="+mn-cs"/>
              </a:rPr>
              <a:t>Identifying, parsing, and setting timestamps.</a:t>
            </a:r>
          </a:p>
          <a:p>
            <a:r>
              <a:rPr lang="en-US" sz="1200" b="0" i="0" kern="1200" dirty="0">
                <a:solidFill>
                  <a:schemeClr val="tx1"/>
                </a:solidFill>
                <a:effectLst/>
                <a:latin typeface="+mn-lt"/>
                <a:ea typeface="+mn-ea"/>
                <a:cs typeface="+mn-cs"/>
              </a:rPr>
              <a:t>Annotating individual events with metadata copied from the source-wide keys.</a:t>
            </a:r>
          </a:p>
          <a:p>
            <a:r>
              <a:rPr lang="en-US" sz="1200" b="0" i="0" kern="1200" dirty="0">
                <a:solidFill>
                  <a:schemeClr val="tx1"/>
                </a:solidFill>
                <a:effectLst/>
                <a:latin typeface="+mn-lt"/>
                <a:ea typeface="+mn-ea"/>
                <a:cs typeface="+mn-cs"/>
              </a:rPr>
              <a:t>Transforming event data and metadata according to regex transform rules.</a:t>
            </a:r>
          </a:p>
          <a:p>
            <a:r>
              <a:rPr lang="en-US" sz="1200" b="1" i="0" kern="1200" dirty="0">
                <a:solidFill>
                  <a:schemeClr val="tx1"/>
                </a:solidFill>
                <a:effectLst/>
                <a:latin typeface="+mn-lt"/>
                <a:ea typeface="+mn-ea"/>
                <a:cs typeface="+mn-cs"/>
              </a:rPr>
              <a:t>Indexing</a:t>
            </a:r>
          </a:p>
          <a:p>
            <a:r>
              <a:rPr lang="en-US" sz="1200" b="0" i="0" kern="1200" dirty="0">
                <a:solidFill>
                  <a:schemeClr val="tx1"/>
                </a:solidFill>
                <a:effectLst/>
                <a:latin typeface="+mn-lt"/>
                <a:ea typeface="+mn-ea"/>
                <a:cs typeface="+mn-cs"/>
              </a:rPr>
              <a:t>During indexing, Splunk software takes the parsed events and writes them to the index on disk. It writes both compressed raw data and the corresponding index files.</a:t>
            </a:r>
          </a:p>
          <a:p>
            <a:r>
              <a:rPr lang="en-US" sz="1200" b="0" i="0" kern="1200" dirty="0">
                <a:solidFill>
                  <a:schemeClr val="tx1"/>
                </a:solidFill>
                <a:effectLst/>
                <a:latin typeface="+mn-lt"/>
                <a:ea typeface="+mn-ea"/>
                <a:cs typeface="+mn-cs"/>
              </a:rPr>
              <a:t>For brevity, parsing and indexing are often referred together as the indexing process. At a high level, that makes sense. But when you need to examine the actual processing of data more closely or decide how to allocate your components, it can be important to consider the two segments individually.</a:t>
            </a:r>
          </a:p>
          <a:p>
            <a:r>
              <a:rPr lang="en-US" sz="1200" b="1" i="0" kern="1200" dirty="0">
                <a:solidFill>
                  <a:schemeClr val="tx1"/>
                </a:solidFill>
                <a:effectLst/>
                <a:latin typeface="+mn-lt"/>
                <a:ea typeface="+mn-ea"/>
                <a:cs typeface="+mn-cs"/>
              </a:rPr>
              <a:t>Search</a:t>
            </a:r>
          </a:p>
          <a:p>
            <a:r>
              <a:rPr lang="en-US" sz="1200" b="0" i="0" kern="1200" dirty="0">
                <a:solidFill>
                  <a:schemeClr val="tx1"/>
                </a:solidFill>
                <a:effectLst/>
                <a:latin typeface="+mn-lt"/>
                <a:ea typeface="+mn-ea"/>
                <a:cs typeface="+mn-cs"/>
              </a:rPr>
              <a:t>The search segment manages all aspects of how the user accesses, views, and uses the indexed data. As part of the search function, Splunk software stores user-created </a:t>
            </a:r>
            <a:r>
              <a:rPr lang="en-US" sz="1200" b="1" i="0" u="none" strike="noStrike" kern="1200" dirty="0">
                <a:solidFill>
                  <a:schemeClr val="tx1"/>
                </a:solidFill>
                <a:effectLst/>
                <a:latin typeface="+mn-lt"/>
                <a:ea typeface="+mn-ea"/>
                <a:cs typeface="+mn-cs"/>
                <a:hlinkClick r:id="rId7" tooltip="Splexicon:Knowledgeobject"/>
              </a:rPr>
              <a:t>knowledge objects</a:t>
            </a:r>
            <a:r>
              <a:rPr lang="en-US" sz="1200" b="0" i="0" kern="1200" dirty="0">
                <a:solidFill>
                  <a:schemeClr val="tx1"/>
                </a:solidFill>
                <a:effectLst/>
                <a:latin typeface="+mn-lt"/>
                <a:ea typeface="+mn-ea"/>
                <a:cs typeface="+mn-cs"/>
              </a:rPr>
              <a:t>, such as reports, event types, dashboards, alerts, and field extractions. The search function also manages the search process itself.</a:t>
            </a:r>
          </a:p>
          <a:p>
            <a:endParaRPr lang="en-US" dirty="0"/>
          </a:p>
        </p:txBody>
      </p:sp>
      <p:sp>
        <p:nvSpPr>
          <p:cNvPr id="4" name="Slide Number Placeholder 3"/>
          <p:cNvSpPr>
            <a:spLocks noGrp="1"/>
          </p:cNvSpPr>
          <p:nvPr>
            <p:ph type="sldNum" sz="quarter" idx="5"/>
          </p:nvPr>
        </p:nvSpPr>
        <p:spPr/>
        <p:txBody>
          <a:bodyPr/>
          <a:lstStyle/>
          <a:p>
            <a:fld id="{406F332B-523F-114C-9A8D-1E7C723DC188}" type="slidenum">
              <a:rPr lang="en-US" smtClean="0"/>
              <a:t>3</a:t>
            </a:fld>
            <a:endParaRPr lang="en-US"/>
          </a:p>
        </p:txBody>
      </p:sp>
    </p:spTree>
    <p:extLst>
      <p:ext uri="{BB962C8B-B14F-4D97-AF65-F5344CB8AC3E}">
        <p14:creationId xmlns:p14="http://schemas.microsoft.com/office/powerpoint/2010/main" val="23042295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Compressed files are uncompressed before they are ingested into Splunk</a:t>
            </a:r>
          </a:p>
        </p:txBody>
      </p:sp>
      <p:sp>
        <p:nvSpPr>
          <p:cNvPr id="4" name="Slide Number Placeholder 3"/>
          <p:cNvSpPr>
            <a:spLocks noGrp="1"/>
          </p:cNvSpPr>
          <p:nvPr>
            <p:ph type="sldNum" sz="quarter" idx="5"/>
          </p:nvPr>
        </p:nvSpPr>
        <p:spPr/>
        <p:txBody>
          <a:bodyPr/>
          <a:lstStyle/>
          <a:p>
            <a:fld id="{406F332B-523F-114C-9A8D-1E7C723DC188}" type="slidenum">
              <a:rPr lang="en-US" smtClean="0"/>
              <a:t>4</a:t>
            </a:fld>
            <a:endParaRPr lang="en-US"/>
          </a:p>
        </p:txBody>
      </p:sp>
    </p:spTree>
    <p:extLst>
      <p:ext uri="{BB962C8B-B14F-4D97-AF65-F5344CB8AC3E}">
        <p14:creationId xmlns:p14="http://schemas.microsoft.com/office/powerpoint/2010/main" val="26175101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Splunk can ingest data from any network port on TCP or UDP. Splunk recommends using TCP whenever possible.</a:t>
            </a:r>
          </a:p>
        </p:txBody>
      </p:sp>
      <p:sp>
        <p:nvSpPr>
          <p:cNvPr id="4" name="Slide Number Placeholder 3"/>
          <p:cNvSpPr>
            <a:spLocks noGrp="1"/>
          </p:cNvSpPr>
          <p:nvPr>
            <p:ph type="sldNum" sz="quarter" idx="5"/>
          </p:nvPr>
        </p:nvSpPr>
        <p:spPr/>
        <p:txBody>
          <a:bodyPr/>
          <a:lstStyle/>
          <a:p>
            <a:fld id="{406F332B-523F-114C-9A8D-1E7C723DC188}" type="slidenum">
              <a:rPr lang="en-US" smtClean="0"/>
              <a:t>5</a:t>
            </a:fld>
            <a:endParaRPr lang="en-US"/>
          </a:p>
        </p:txBody>
      </p:sp>
    </p:spTree>
    <p:extLst>
      <p:ext uri="{BB962C8B-B14F-4D97-AF65-F5344CB8AC3E}">
        <p14:creationId xmlns:p14="http://schemas.microsoft.com/office/powerpoint/2010/main" val="19021903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Splunk can monitor multiple types of Windows data</a:t>
            </a:r>
          </a:p>
          <a:p>
            <a:r>
              <a:rPr lang="en-US" dirty="0"/>
              <a:t>WMI = Windows Management Instrumentation provides agentless (</a:t>
            </a:r>
            <a:r>
              <a:rPr lang="en-US" dirty="0" err="1"/>
              <a:t>forwarderless</a:t>
            </a:r>
            <a:r>
              <a:rPr lang="en-US" dirty="0"/>
              <a:t>) access to Windows logs.</a:t>
            </a:r>
          </a:p>
          <a:p>
            <a:endParaRPr lang="en-US" dirty="0"/>
          </a:p>
          <a:p>
            <a:r>
              <a:rPr lang="en-US" dirty="0"/>
              <a:t>Splunk recommends using forwarders instead of WMI, but WMI is still an option</a:t>
            </a:r>
          </a:p>
        </p:txBody>
      </p:sp>
      <p:sp>
        <p:nvSpPr>
          <p:cNvPr id="4" name="Slide Number Placeholder 3"/>
          <p:cNvSpPr>
            <a:spLocks noGrp="1"/>
          </p:cNvSpPr>
          <p:nvPr>
            <p:ph type="sldNum" sz="quarter" idx="5"/>
          </p:nvPr>
        </p:nvSpPr>
        <p:spPr/>
        <p:txBody>
          <a:bodyPr/>
          <a:lstStyle/>
          <a:p>
            <a:fld id="{406F332B-523F-114C-9A8D-1E7C723DC188}" type="slidenum">
              <a:rPr lang="en-US" smtClean="0"/>
              <a:t>6</a:t>
            </a:fld>
            <a:endParaRPr lang="en-US"/>
          </a:p>
        </p:txBody>
      </p:sp>
    </p:spTree>
    <p:extLst>
      <p:ext uri="{BB962C8B-B14F-4D97-AF65-F5344CB8AC3E}">
        <p14:creationId xmlns:p14="http://schemas.microsoft.com/office/powerpoint/2010/main" val="41340326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FIFO queues is data that you don’t intent to keep in the Splunk environment. Perhaps the data is stored elsewhere, but you still want to run it through Splunk for analysis.</a:t>
            </a:r>
          </a:p>
          <a:p>
            <a:endParaRPr lang="en-US" dirty="0"/>
          </a:p>
          <a:p>
            <a:r>
              <a:rPr lang="en-US" dirty="0"/>
              <a:t>Scripted inputs are from APIs and message queues</a:t>
            </a:r>
          </a:p>
          <a:p>
            <a:endParaRPr lang="en-US" dirty="0"/>
          </a:p>
          <a:p>
            <a:r>
              <a:rPr lang="en-US" dirty="0"/>
              <a:t>Modular inputs allow you to build functionality for ingesting unique data inputs like querying a database, handling sensitive or complex data</a:t>
            </a:r>
          </a:p>
          <a:p>
            <a:endParaRPr lang="en-US" dirty="0"/>
          </a:p>
          <a:p>
            <a:r>
              <a:rPr lang="en-US" dirty="0"/>
              <a:t>HTTP event collector (HEC) lets you send data and events over HTTP. This is very useful for web data.</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406F332B-523F-114C-9A8D-1E7C723DC188}" type="slidenum">
              <a:rPr lang="en-US" smtClean="0"/>
              <a:t>7</a:t>
            </a:fld>
            <a:endParaRPr lang="en-US"/>
          </a:p>
        </p:txBody>
      </p:sp>
    </p:spTree>
    <p:extLst>
      <p:ext uri="{BB962C8B-B14F-4D97-AF65-F5344CB8AC3E}">
        <p14:creationId xmlns:p14="http://schemas.microsoft.com/office/powerpoint/2010/main" val="41003441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06F332B-523F-114C-9A8D-1E7C723DC188}" type="slidenum">
              <a:rPr lang="en-US" smtClean="0"/>
              <a:t>8</a:t>
            </a:fld>
            <a:endParaRPr lang="en-US"/>
          </a:p>
        </p:txBody>
      </p:sp>
    </p:spTree>
    <p:extLst>
      <p:ext uri="{BB962C8B-B14F-4D97-AF65-F5344CB8AC3E}">
        <p14:creationId xmlns:p14="http://schemas.microsoft.com/office/powerpoint/2010/main" val="40875629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06F332B-523F-114C-9A8D-1E7C723DC188}" type="slidenum">
              <a:rPr lang="en-US" smtClean="0"/>
              <a:t>9</a:t>
            </a:fld>
            <a:endParaRPr lang="en-US"/>
          </a:p>
        </p:txBody>
      </p:sp>
    </p:spTree>
    <p:extLst>
      <p:ext uri="{BB962C8B-B14F-4D97-AF65-F5344CB8AC3E}">
        <p14:creationId xmlns:p14="http://schemas.microsoft.com/office/powerpoint/2010/main" val="17359455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06F332B-523F-114C-9A8D-1E7C723DC188}" type="slidenum">
              <a:rPr lang="en-US" smtClean="0"/>
              <a:t>10</a:t>
            </a:fld>
            <a:endParaRPr lang="en-US"/>
          </a:p>
        </p:txBody>
      </p:sp>
    </p:spTree>
    <p:extLst>
      <p:ext uri="{BB962C8B-B14F-4D97-AF65-F5344CB8AC3E}">
        <p14:creationId xmlns:p14="http://schemas.microsoft.com/office/powerpoint/2010/main" val="31704276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06F332B-523F-114C-9A8D-1E7C723DC188}" type="slidenum">
              <a:rPr lang="en-US" smtClean="0"/>
              <a:t>11</a:t>
            </a:fld>
            <a:endParaRPr lang="en-US"/>
          </a:p>
        </p:txBody>
      </p:sp>
    </p:spTree>
    <p:extLst>
      <p:ext uri="{BB962C8B-B14F-4D97-AF65-F5344CB8AC3E}">
        <p14:creationId xmlns:p14="http://schemas.microsoft.com/office/powerpoint/2010/main" val="10535693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Universal Forwarder:</a:t>
            </a:r>
          </a:p>
          <a:p>
            <a:r>
              <a:rPr lang="en-US" dirty="0"/>
              <a:t>Collects data from a data source and forwards it to a receiver. That’s it.</a:t>
            </a:r>
          </a:p>
          <a:p>
            <a:r>
              <a:rPr lang="en-US" dirty="0"/>
              <a:t>The source could be another forwarder, but is most often the system whose data you want to capture. It’s like an “agent” that sits on the source system and collects and forwards data to an indexer.</a:t>
            </a:r>
          </a:p>
          <a:p>
            <a:r>
              <a:rPr lang="en-US" dirty="0"/>
              <a:t>An indexer could be a single indexer, an indexer cluster, or a Splunk search head/indexer combo in a small deployment</a:t>
            </a:r>
          </a:p>
          <a:p>
            <a:r>
              <a:rPr lang="en-US" dirty="0"/>
              <a:t>Installed separately. The UF is the only component that is not a Splunk enterprise instance.</a:t>
            </a:r>
          </a:p>
          <a:p>
            <a:r>
              <a:rPr lang="en-US" dirty="0"/>
              <a:t>The UF does not search, index, or parse data</a:t>
            </a:r>
          </a:p>
          <a:p>
            <a:endParaRPr lang="en-US" dirty="0"/>
          </a:p>
          <a:p>
            <a:r>
              <a:rPr lang="en-US" b="1" dirty="0"/>
              <a:t>Heavy Forwarder:</a:t>
            </a:r>
          </a:p>
          <a:p>
            <a:r>
              <a:rPr lang="en-US" b="0" dirty="0"/>
              <a:t>An advanced type of forwarder</a:t>
            </a:r>
          </a:p>
          <a:p>
            <a:r>
              <a:rPr lang="en-US" b="0" dirty="0"/>
              <a:t>A full installation of Splunk Enterprise, but with the Forwarder license applied</a:t>
            </a:r>
          </a:p>
          <a:p>
            <a:r>
              <a:rPr lang="en-US" b="0" dirty="0"/>
              <a:t>Parses data and can also route data based on criteria such as source</a:t>
            </a:r>
          </a:p>
        </p:txBody>
      </p:sp>
      <p:sp>
        <p:nvSpPr>
          <p:cNvPr id="4" name="Slide Number Placeholder 3"/>
          <p:cNvSpPr>
            <a:spLocks noGrp="1"/>
          </p:cNvSpPr>
          <p:nvPr>
            <p:ph type="sldNum" sz="quarter" idx="5"/>
          </p:nvPr>
        </p:nvSpPr>
        <p:spPr/>
        <p:txBody>
          <a:bodyPr/>
          <a:lstStyle/>
          <a:p>
            <a:fld id="{406F332B-523F-114C-9A8D-1E7C723DC188}" type="slidenum">
              <a:rPr lang="en-US" smtClean="0"/>
              <a:t>12</a:t>
            </a:fld>
            <a:endParaRPr lang="en-US"/>
          </a:p>
        </p:txBody>
      </p:sp>
    </p:spTree>
    <p:extLst>
      <p:ext uri="{BB962C8B-B14F-4D97-AF65-F5344CB8AC3E}">
        <p14:creationId xmlns:p14="http://schemas.microsoft.com/office/powerpoint/2010/main" val="1286107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06F332B-523F-114C-9A8D-1E7C723DC188}" type="slidenum">
              <a:rPr lang="en-US" smtClean="0"/>
              <a:t>13</a:t>
            </a:fld>
            <a:endParaRPr lang="en-US"/>
          </a:p>
        </p:txBody>
      </p:sp>
    </p:spTree>
    <p:extLst>
      <p:ext uri="{BB962C8B-B14F-4D97-AF65-F5344CB8AC3E}">
        <p14:creationId xmlns:p14="http://schemas.microsoft.com/office/powerpoint/2010/main" val="20812866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06F332B-523F-114C-9A8D-1E7C723DC188}" type="slidenum">
              <a:rPr lang="en-US" smtClean="0"/>
              <a:t>14</a:t>
            </a:fld>
            <a:endParaRPr lang="en-US"/>
          </a:p>
        </p:txBody>
      </p:sp>
    </p:spTree>
    <p:extLst>
      <p:ext uri="{BB962C8B-B14F-4D97-AF65-F5344CB8AC3E}">
        <p14:creationId xmlns:p14="http://schemas.microsoft.com/office/powerpoint/2010/main" val="36172260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06F332B-523F-114C-9A8D-1E7C723DC188}" type="slidenum">
              <a:rPr lang="en-US" smtClean="0"/>
              <a:t>15</a:t>
            </a:fld>
            <a:endParaRPr lang="en-US"/>
          </a:p>
        </p:txBody>
      </p:sp>
    </p:spTree>
    <p:extLst>
      <p:ext uri="{BB962C8B-B14F-4D97-AF65-F5344CB8AC3E}">
        <p14:creationId xmlns:p14="http://schemas.microsoft.com/office/powerpoint/2010/main" val="10466359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ection Overview">
    <p:spTree>
      <p:nvGrpSpPr>
        <p:cNvPr id="1" name=""/>
        <p:cNvGrpSpPr/>
        <p:nvPr/>
      </p:nvGrpSpPr>
      <p:grpSpPr>
        <a:xfrm>
          <a:off x="0" y="0"/>
          <a:ext cx="0" cy="0"/>
          <a:chOff x="0" y="0"/>
          <a:chExt cx="0" cy="0"/>
        </a:xfrm>
      </p:grpSpPr>
      <p:sp>
        <p:nvSpPr>
          <p:cNvPr id="6" name="Hexagon 5">
            <a:extLst>
              <a:ext uri="{FF2B5EF4-FFF2-40B4-BE49-F238E27FC236}">
                <a16:creationId xmlns:a16="http://schemas.microsoft.com/office/drawing/2014/main" id="{45185DFC-FD8D-2644-BCD7-7AF03C438FAA}"/>
              </a:ext>
            </a:extLst>
          </p:cNvPr>
          <p:cNvSpPr/>
          <p:nvPr userDrawn="1"/>
        </p:nvSpPr>
        <p:spPr>
          <a:xfrm>
            <a:off x="12236193" y="0"/>
            <a:ext cx="9337837" cy="6857999"/>
          </a:xfrm>
          <a:prstGeom prst="hexagon">
            <a:avLst/>
          </a:prstGeom>
          <a:blipFill dpi="0" rotWithShape="1">
            <a:blip r:embed="rId2">
              <a:extLst>
                <a:ext uri="{28A0092B-C50C-407E-A947-70E740481C1C}">
                  <a14:useLocalDpi xmlns:a14="http://schemas.microsoft.com/office/drawing/2010/main" val="0"/>
                </a:ext>
              </a:extLst>
            </a:blip>
            <a:srcRect/>
            <a:stretch>
              <a:fillRect l="-15586" t="-18948" r="-15162" b="1"/>
            </a:stretch>
          </a:blipFill>
          <a:ln>
            <a:noFill/>
            <a:prstDash val="sysDot"/>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749B2FF-0BA9-1D49-BBE6-716088BF8A89}"/>
              </a:ext>
            </a:extLst>
          </p:cNvPr>
          <p:cNvSpPr/>
          <p:nvPr userDrawn="1"/>
        </p:nvSpPr>
        <p:spPr>
          <a:xfrm>
            <a:off x="6389512" y="365125"/>
            <a:ext cx="4964288" cy="1325562"/>
          </a:xfrm>
          <a:prstGeom prst="rect">
            <a:avLst/>
          </a:prstGeom>
          <a:solidFill>
            <a:srgbClr val="FFFFFF">
              <a:alpha val="50196"/>
            </a:srgbClr>
          </a:soli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hasCustomPrompt="1"/>
          </p:nvPr>
        </p:nvSpPr>
        <p:spPr>
          <a:xfrm>
            <a:off x="838200" y="2134689"/>
            <a:ext cx="5257800" cy="4358186"/>
          </a:xfrm>
        </p:spPr>
        <p:txBody>
          <a:bodyPr>
            <a:normAutofit/>
          </a:bodyPr>
          <a:lstStyle>
            <a:lvl1pPr marL="457200" indent="-457200">
              <a:buClr>
                <a:schemeClr val="accent2"/>
              </a:buClr>
              <a:buFont typeface=".Lucida Grande UI Regular"/>
              <a:buChar char="⇢"/>
              <a:defRPr sz="2800" baseline="0"/>
            </a:lvl1pPr>
            <a:lvl2pPr marL="457200" indent="0">
              <a:buClr>
                <a:schemeClr val="accent5"/>
              </a:buClr>
              <a:buFont typeface=".Lucida Grande UI Regular"/>
              <a:buNone/>
              <a:defRPr sz="2400"/>
            </a:lvl2pPr>
            <a:lvl3pPr marL="914400" indent="0">
              <a:buClr>
                <a:schemeClr val="accent5"/>
              </a:buClr>
              <a:buFont typeface=".Lucida Grande UI Regular"/>
              <a:buNone/>
              <a:defRPr sz="2000"/>
            </a:lvl3pPr>
            <a:lvl4pPr marL="1371600" indent="0">
              <a:buClr>
                <a:schemeClr val="accent5"/>
              </a:buClr>
              <a:buFont typeface=".Lucida Grande UI Regular"/>
              <a:buNone/>
              <a:defRPr sz="1800"/>
            </a:lvl4pPr>
            <a:lvl5pPr marL="2057400" indent="-228600">
              <a:buClr>
                <a:schemeClr val="accent5"/>
              </a:buClr>
              <a:buFont typeface=".Lucida Grande UI Regular"/>
              <a:buChar char="⇢"/>
              <a:defRPr sz="2000"/>
            </a:lvl5pPr>
            <a:lvl6pPr>
              <a:defRPr sz="2000"/>
            </a:lvl6pPr>
            <a:lvl7pPr>
              <a:defRPr sz="2000"/>
            </a:lvl7pPr>
            <a:lvl8pPr>
              <a:defRPr sz="2000"/>
            </a:lvl8pPr>
            <a:lvl9pPr>
              <a:defRPr sz="2000"/>
            </a:lvl9pPr>
          </a:lstStyle>
          <a:p>
            <a:pPr lvl="0"/>
            <a:r>
              <a:rPr lang="en-US" dirty="0"/>
              <a:t>We are going to cover this</a:t>
            </a:r>
          </a:p>
          <a:p>
            <a:pPr lvl="0"/>
            <a:r>
              <a:rPr lang="en-US" dirty="0"/>
              <a:t>Then this</a:t>
            </a:r>
          </a:p>
          <a:p>
            <a:pPr lvl="0"/>
            <a:r>
              <a:rPr lang="en-US" dirty="0"/>
              <a:t>Then this</a:t>
            </a:r>
          </a:p>
          <a:p>
            <a:pPr lvl="0"/>
            <a:r>
              <a:rPr lang="en-US" dirty="0"/>
              <a:t>Then this</a:t>
            </a:r>
          </a:p>
        </p:txBody>
      </p:sp>
      <p:sp>
        <p:nvSpPr>
          <p:cNvPr id="5" name="Title 4">
            <a:extLst>
              <a:ext uri="{FF2B5EF4-FFF2-40B4-BE49-F238E27FC236}">
                <a16:creationId xmlns:a16="http://schemas.microsoft.com/office/drawing/2014/main" id="{BEE5D464-C157-3D43-8895-C0F6CE99D381}"/>
              </a:ext>
            </a:extLst>
          </p:cNvPr>
          <p:cNvSpPr>
            <a:spLocks noGrp="1"/>
          </p:cNvSpPr>
          <p:nvPr>
            <p:ph type="title" hasCustomPrompt="1"/>
          </p:nvPr>
        </p:nvSpPr>
        <p:spPr/>
        <p:txBody>
          <a:bodyPr/>
          <a:lstStyle/>
          <a:p>
            <a:r>
              <a:rPr lang="en-US" dirty="0"/>
              <a:t>Section Overview</a:t>
            </a:r>
          </a:p>
        </p:txBody>
      </p:sp>
    </p:spTree>
    <p:extLst>
      <p:ext uri="{BB962C8B-B14F-4D97-AF65-F5344CB8AC3E}">
        <p14:creationId xmlns:p14="http://schemas.microsoft.com/office/powerpoint/2010/main" val="3692893618"/>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fill="hold" grpId="0" nodeType="withEffect" p14:presetBounceEnd="50000">
                                      <p:stCondLst>
                                        <p:cond delay="500"/>
                                      </p:stCondLst>
                                      <p:childTnLst>
                                        <p:animMotion origin="layout" path="M 1.45833E-6 0 L -0.46953 0 " pathEditMode="relative" rAng="0" ptsTypes="AA" p14:bounceEnd="50000">
                                          <p:cBhvr>
                                            <p:cTn id="6" dur="500" fill="hold"/>
                                            <p:tgtEl>
                                              <p:spTgt spid="6"/>
                                            </p:tgtEl>
                                            <p:attrNameLst>
                                              <p:attrName>ppt_x</p:attrName>
                                              <p:attrName>ppt_y</p:attrName>
                                            </p:attrNameLst>
                                          </p:cBhvr>
                                          <p:rCtr x="-23477" y="0"/>
                                        </p:animMotion>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 grpId="0"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fill="hold" grpId="0" nodeType="withEffect">
                                      <p:stCondLst>
                                        <p:cond delay="500"/>
                                      </p:stCondLst>
                                      <p:childTnLst>
                                        <p:animMotion origin="layout" path="M 1.45833E-6 0 L -0.46953 0 " pathEditMode="relative" rAng="0" ptsTypes="AA">
                                          <p:cBhvr>
                                            <p:cTn id="6" dur="500" fill="hold"/>
                                            <p:tgtEl>
                                              <p:spTgt spid="6"/>
                                            </p:tgtEl>
                                            <p:attrNameLst>
                                              <p:attrName>ppt_x</p:attrName>
                                              <p:attrName>ppt_y</p:attrName>
                                            </p:attrNameLst>
                                          </p:cBhvr>
                                          <p:rCtr x="-23477" y="0"/>
                                        </p:animMotion>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 grpId="0"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ubsection Header">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524000" y="1477107"/>
            <a:ext cx="9144000" cy="872197"/>
          </a:xfrm>
          <a:prstGeom prst="rect">
            <a:avLst/>
          </a:prstGeom>
        </p:spPr>
        <p:txBody>
          <a:bodyPr anchor="b">
            <a:noAutofit/>
          </a:bodyPr>
          <a:lstStyle>
            <a:lvl1pPr algn="ctr">
              <a:defRPr sz="4800"/>
            </a:lvl1pPr>
          </a:lstStyle>
          <a:p>
            <a:r>
              <a:rPr lang="en-US" dirty="0"/>
              <a:t>Sub-Section Header</a:t>
            </a:r>
          </a:p>
        </p:txBody>
      </p:sp>
      <p:sp>
        <p:nvSpPr>
          <p:cNvPr id="4" name="Footer Placeholder 3">
            <a:extLst>
              <a:ext uri="{FF2B5EF4-FFF2-40B4-BE49-F238E27FC236}">
                <a16:creationId xmlns:a16="http://schemas.microsoft.com/office/drawing/2014/main" id="{5C3A140E-EBF5-7A4B-8F26-78545DCFFACE}"/>
              </a:ext>
            </a:extLst>
          </p:cNvPr>
          <p:cNvSpPr>
            <a:spLocks noGrp="1"/>
          </p:cNvSpPr>
          <p:nvPr>
            <p:ph type="ftr" sz="quarter" idx="10"/>
          </p:nvPr>
        </p:nvSpPr>
        <p:spPr>
          <a:xfrm>
            <a:off x="4038600" y="6356350"/>
            <a:ext cx="4114800" cy="365125"/>
          </a:xfrm>
          <a:prstGeom prst="rect">
            <a:avLst/>
          </a:prstGeom>
        </p:spPr>
        <p:txBody>
          <a:bodyPr/>
          <a:lstStyle/>
          <a:p>
            <a:r>
              <a:rPr lang="en-US"/>
              <a:t>© Adam Frisbee | @adam_frisbee | adamfrisbee.com</a:t>
            </a:r>
            <a:endParaRPr lang="en-US" dirty="0"/>
          </a:p>
        </p:txBody>
      </p:sp>
      <p:cxnSp>
        <p:nvCxnSpPr>
          <p:cNvPr id="7" name="Straight Connector 6">
            <a:extLst>
              <a:ext uri="{FF2B5EF4-FFF2-40B4-BE49-F238E27FC236}">
                <a16:creationId xmlns:a16="http://schemas.microsoft.com/office/drawing/2014/main" id="{DB7F3FD1-DEDA-C94C-8CD8-6A2A4BB95ACB}"/>
              </a:ext>
            </a:extLst>
          </p:cNvPr>
          <p:cNvCxnSpPr/>
          <p:nvPr userDrawn="1"/>
        </p:nvCxnSpPr>
        <p:spPr>
          <a:xfrm>
            <a:off x="-9542417" y="3004923"/>
            <a:ext cx="9270609"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0664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3.95833E-6 -4.44444E-6 L 0.90247 -4.44444E-6 " pathEditMode="relative" rAng="0" ptsTypes="AA">
                                      <p:cBhvr>
                                        <p:cTn id="6" dur="1000" fill="hold"/>
                                        <p:tgtEl>
                                          <p:spTgt spid="7"/>
                                        </p:tgtEl>
                                        <p:attrNameLst>
                                          <p:attrName>ppt_x</p:attrName>
                                          <p:attrName>ppt_y</p:attrName>
                                        </p:attrNameLst>
                                      </p:cBhvr>
                                      <p:rCtr x="45117"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tatic Picture Lef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C4113B4-52E1-CD47-B59C-0EA8A03F8EB0}"/>
              </a:ext>
            </a:extLst>
          </p:cNvPr>
          <p:cNvPicPr>
            <a:picLocks noChangeAspect="1"/>
          </p:cNvPicPr>
          <p:nvPr userDrawn="1"/>
        </p:nvPicPr>
        <p:blipFill rotWithShape="1">
          <a:blip r:embed="rId2">
            <a:alphaModFix amt="20000"/>
          </a:blip>
          <a:srcRect l="39550" t="38830" r="26135" b="9006"/>
          <a:stretch/>
        </p:blipFill>
        <p:spPr>
          <a:xfrm>
            <a:off x="9052560" y="-568446"/>
            <a:ext cx="3529263" cy="3577389"/>
          </a:xfrm>
          <a:prstGeom prst="rect">
            <a:avLst/>
          </a:prstGeom>
          <a:effectLst>
            <a:glow>
              <a:schemeClr val="accent1">
                <a:alpha val="40000"/>
              </a:schemeClr>
            </a:glow>
            <a:softEdge rad="800100"/>
          </a:effectLst>
        </p:spPr>
      </p:pic>
      <p:sp>
        <p:nvSpPr>
          <p:cNvPr id="3" name="Content Placeholder 2"/>
          <p:cNvSpPr>
            <a:spLocks noGrp="1"/>
          </p:cNvSpPr>
          <p:nvPr>
            <p:ph idx="1"/>
          </p:nvPr>
        </p:nvSpPr>
        <p:spPr>
          <a:xfrm>
            <a:off x="5183188" y="2084832"/>
            <a:ext cx="6170604" cy="3776218"/>
          </a:xfrm>
        </p:spPr>
        <p:txBody>
          <a:bodyPr/>
          <a:lstStyle>
            <a:lvl1pPr marL="457200" indent="-457200">
              <a:buClr>
                <a:schemeClr val="accent2"/>
              </a:buClr>
              <a:buFont typeface=".Lucida Grande UI Regular"/>
              <a:buChar char="⇢"/>
              <a:defRPr sz="3200"/>
            </a:lvl1pPr>
            <a:lvl2pPr marL="685800" indent="-228600">
              <a:buClr>
                <a:schemeClr val="accent5"/>
              </a:buClr>
              <a:buFont typeface=".Lucida Grande UI Regular"/>
              <a:buChar char="⇢"/>
              <a:defRPr sz="2800"/>
            </a:lvl2pPr>
            <a:lvl3pPr marL="1143000" indent="-228600">
              <a:buClr>
                <a:schemeClr val="accent5"/>
              </a:buClr>
              <a:buFont typeface=".Lucida Grande UI Regular"/>
              <a:buChar char="⇢"/>
              <a:defRPr sz="2400"/>
            </a:lvl3pPr>
            <a:lvl4pPr marL="1600200" indent="-228600">
              <a:buClr>
                <a:schemeClr val="accent5"/>
              </a:buClr>
              <a:buFont typeface=".Lucida Grande UI Regular"/>
              <a:buChar char="⇢"/>
              <a:defRPr sz="2000"/>
            </a:lvl4pPr>
            <a:lvl5pPr marL="2057400" indent="-228600">
              <a:buClr>
                <a:schemeClr val="accent5"/>
              </a:buClr>
              <a:buFont typeface=".Lucida Grande UI Regular"/>
              <a:buChar cha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Straight Connector 11">
            <a:extLst>
              <a:ext uri="{FF2B5EF4-FFF2-40B4-BE49-F238E27FC236}">
                <a16:creationId xmlns:a16="http://schemas.microsoft.com/office/drawing/2014/main" id="{1A30A5B5-0020-BB42-893C-E6C37B5BE895}"/>
              </a:ext>
            </a:extLst>
          </p:cNvPr>
          <p:cNvCxnSpPr>
            <a:cxnSpLocks/>
          </p:cNvCxnSpPr>
          <p:nvPr userDrawn="1"/>
        </p:nvCxnSpPr>
        <p:spPr>
          <a:xfrm>
            <a:off x="4834725" y="2081655"/>
            <a:ext cx="0" cy="3776217"/>
          </a:xfrm>
          <a:prstGeom prst="line">
            <a:avLst/>
          </a:prstGeom>
          <a:ln w="76200" cmpd="sng">
            <a:gradFill>
              <a:gsLst>
                <a:gs pos="0">
                  <a:schemeClr val="accent1">
                    <a:lumMod val="5000"/>
                    <a:lumOff val="95000"/>
                  </a:schemeClr>
                </a:gs>
                <a:gs pos="21000">
                  <a:schemeClr val="accent1">
                    <a:lumMod val="45000"/>
                    <a:lumOff val="55000"/>
                  </a:schemeClr>
                </a:gs>
                <a:gs pos="100000">
                  <a:schemeClr val="accent2"/>
                </a:gs>
              </a:gsLst>
              <a:lin ang="5400000" scaled="1"/>
            </a:gradFill>
            <a:prstDash val="solid"/>
          </a:ln>
          <a:effectLst/>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D3342FF9-AE25-164E-B043-7DAD33F2133C}"/>
              </a:ext>
            </a:extLst>
          </p:cNvPr>
          <p:cNvSpPr>
            <a:spLocks noGrp="1"/>
          </p:cNvSpPr>
          <p:nvPr>
            <p:ph type="ftr" sz="quarter" idx="11"/>
          </p:nvPr>
        </p:nvSpPr>
        <p:spPr>
          <a:xfrm>
            <a:off x="4038600" y="6356350"/>
            <a:ext cx="4114800" cy="365125"/>
          </a:xfrm>
          <a:prstGeom prst="rect">
            <a:avLst/>
          </a:prstGeom>
        </p:spPr>
        <p:txBody>
          <a:bodyPr/>
          <a:lstStyle/>
          <a:p>
            <a:r>
              <a:rPr lang="en-US" dirty="0"/>
              <a:t>© Adam Frisbee | @</a:t>
            </a:r>
            <a:r>
              <a:rPr lang="en-US" dirty="0" err="1"/>
              <a:t>adam_frisbee</a:t>
            </a:r>
            <a:r>
              <a:rPr lang="en-US" dirty="0"/>
              <a:t> | </a:t>
            </a:r>
            <a:r>
              <a:rPr lang="en-US" dirty="0" err="1"/>
              <a:t>adamfrisbee.com</a:t>
            </a:r>
            <a:endParaRPr lang="en-US" dirty="0"/>
          </a:p>
        </p:txBody>
      </p:sp>
      <p:sp>
        <p:nvSpPr>
          <p:cNvPr id="4" name="Title 3">
            <a:extLst>
              <a:ext uri="{FF2B5EF4-FFF2-40B4-BE49-F238E27FC236}">
                <a16:creationId xmlns:a16="http://schemas.microsoft.com/office/drawing/2014/main" id="{8D821982-96DC-1E44-B64E-37D09C08D6B4}"/>
              </a:ext>
            </a:extLst>
          </p:cNvPr>
          <p:cNvSpPr>
            <a:spLocks noGrp="1"/>
          </p:cNvSpPr>
          <p:nvPr>
            <p:ph type="title" hasCustomPrompt="1"/>
          </p:nvPr>
        </p:nvSpPr>
        <p:spPr/>
        <p:txBody>
          <a:bodyPr/>
          <a:lstStyle/>
          <a:p>
            <a:r>
              <a:rPr lang="en-US" dirty="0"/>
              <a:t>Static picture left</a:t>
            </a:r>
          </a:p>
        </p:txBody>
      </p:sp>
      <p:sp>
        <p:nvSpPr>
          <p:cNvPr id="13" name="Picture Placeholder 12">
            <a:extLst>
              <a:ext uri="{FF2B5EF4-FFF2-40B4-BE49-F238E27FC236}">
                <a16:creationId xmlns:a16="http://schemas.microsoft.com/office/drawing/2014/main" id="{7D8DEB00-7129-344B-901E-145064506945}"/>
              </a:ext>
            </a:extLst>
          </p:cNvPr>
          <p:cNvSpPr>
            <a:spLocks noGrp="1"/>
          </p:cNvSpPr>
          <p:nvPr>
            <p:ph type="pic" sz="quarter" idx="12"/>
          </p:nvPr>
        </p:nvSpPr>
        <p:spPr>
          <a:xfrm>
            <a:off x="838199" y="2190750"/>
            <a:ext cx="3705629" cy="3667122"/>
          </a:xfrm>
        </p:spPr>
        <p:txBody>
          <a:bodyPr/>
          <a:lstStyle>
            <a:lvl1pPr marL="0" indent="0">
              <a:buNone/>
              <a:defRPr/>
            </a:lvl1pPr>
          </a:lstStyle>
          <a:p>
            <a:r>
              <a:rPr lang="en-US"/>
              <a:t>Click icon to add picture</a:t>
            </a:r>
            <a:endParaRPr lang="en-US" dirty="0"/>
          </a:p>
        </p:txBody>
      </p:sp>
    </p:spTree>
    <p:extLst>
      <p:ext uri="{BB962C8B-B14F-4D97-AF65-F5344CB8AC3E}">
        <p14:creationId xmlns:p14="http://schemas.microsoft.com/office/powerpoint/2010/main" val="4126620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50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p:tgtEl>
                                          <p:spTgt spid="12"/>
                                        </p:tgtEl>
                                        <p:attrNameLst>
                                          <p:attrName>ppt_x</p:attrName>
                                        </p:attrNameLst>
                                      </p:cBhvr>
                                      <p:tavLst>
                                        <p:tav tm="0">
                                          <p:val>
                                            <p:strVal val="#ppt_x-#ppt_w*1.125000"/>
                                          </p:val>
                                        </p:tav>
                                        <p:tav tm="100000">
                                          <p:val>
                                            <p:strVal val="#ppt_x"/>
                                          </p:val>
                                        </p:tav>
                                      </p:tavLst>
                                    </p:anim>
                                    <p:animEffect transition="in" filter="wipe(right)">
                                      <p:cBhvr>
                                        <p:cTn id="8" dur="500"/>
                                        <p:tgtEl>
                                          <p:spTgt spid="12"/>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nimated Picture Lef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C4113B4-52E1-CD47-B59C-0EA8A03F8EB0}"/>
              </a:ext>
            </a:extLst>
          </p:cNvPr>
          <p:cNvPicPr>
            <a:picLocks noChangeAspect="1"/>
          </p:cNvPicPr>
          <p:nvPr userDrawn="1"/>
        </p:nvPicPr>
        <p:blipFill rotWithShape="1">
          <a:blip r:embed="rId2">
            <a:alphaModFix amt="20000"/>
          </a:blip>
          <a:srcRect l="39550" t="38830" r="26135" b="9006"/>
          <a:stretch/>
        </p:blipFill>
        <p:spPr>
          <a:xfrm>
            <a:off x="9052560" y="-568446"/>
            <a:ext cx="3529263" cy="3577389"/>
          </a:xfrm>
          <a:prstGeom prst="rect">
            <a:avLst/>
          </a:prstGeom>
          <a:effectLst>
            <a:glow>
              <a:schemeClr val="accent1">
                <a:alpha val="40000"/>
              </a:schemeClr>
            </a:glow>
            <a:softEdge rad="800100"/>
          </a:effectLst>
        </p:spPr>
      </p:pic>
      <p:sp>
        <p:nvSpPr>
          <p:cNvPr id="3" name="Content Placeholder 2"/>
          <p:cNvSpPr>
            <a:spLocks noGrp="1"/>
          </p:cNvSpPr>
          <p:nvPr>
            <p:ph idx="1"/>
          </p:nvPr>
        </p:nvSpPr>
        <p:spPr>
          <a:xfrm>
            <a:off x="5183188" y="2084832"/>
            <a:ext cx="6170604" cy="3776218"/>
          </a:xfrm>
        </p:spPr>
        <p:txBody>
          <a:bodyPr/>
          <a:lstStyle>
            <a:lvl1pPr marL="457200" indent="-457200">
              <a:buClr>
                <a:schemeClr val="accent2"/>
              </a:buClr>
              <a:buFont typeface=".Lucida Grande UI Regular"/>
              <a:buChar char="⇢"/>
              <a:defRPr sz="3200"/>
            </a:lvl1pPr>
            <a:lvl2pPr marL="685800" indent="-228600">
              <a:buClr>
                <a:schemeClr val="accent5"/>
              </a:buClr>
              <a:buFont typeface=".Lucida Grande UI Regular"/>
              <a:buChar char="⇢"/>
              <a:defRPr sz="2800"/>
            </a:lvl2pPr>
            <a:lvl3pPr marL="1143000" indent="-228600">
              <a:buClr>
                <a:schemeClr val="accent5"/>
              </a:buClr>
              <a:buFont typeface=".Lucida Grande UI Regular"/>
              <a:buChar char="⇢"/>
              <a:defRPr sz="2400"/>
            </a:lvl3pPr>
            <a:lvl4pPr marL="1600200" indent="-228600">
              <a:buClr>
                <a:schemeClr val="accent5"/>
              </a:buClr>
              <a:buFont typeface=".Lucida Grande UI Regular"/>
              <a:buChar char="⇢"/>
              <a:defRPr sz="2000"/>
            </a:lvl4pPr>
            <a:lvl5pPr marL="2057400" indent="-228600">
              <a:buClr>
                <a:schemeClr val="accent5"/>
              </a:buClr>
              <a:buFont typeface=".Lucida Grande UI Regular"/>
              <a:buChar cha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285E7E6C-DA8B-1741-B77B-3ADC92A3B8D3}"/>
              </a:ext>
            </a:extLst>
          </p:cNvPr>
          <p:cNvSpPr>
            <a:spLocks noGrp="1"/>
          </p:cNvSpPr>
          <p:nvPr>
            <p:ph type="pic" sz="quarter" idx="10"/>
          </p:nvPr>
        </p:nvSpPr>
        <p:spPr>
          <a:xfrm>
            <a:off x="209405" y="2084832"/>
            <a:ext cx="3829184" cy="3776217"/>
          </a:xfrm>
        </p:spPr>
        <p:txBody>
          <a:bodyPr/>
          <a:lstStyle>
            <a:lvl1pPr marL="0" indent="0">
              <a:buNone/>
              <a:defRPr/>
            </a:lvl1pPr>
          </a:lstStyle>
          <a:p>
            <a:r>
              <a:rPr lang="en-US"/>
              <a:t>Click icon to add picture</a:t>
            </a:r>
            <a:endParaRPr lang="en-US" dirty="0"/>
          </a:p>
        </p:txBody>
      </p:sp>
      <p:cxnSp>
        <p:nvCxnSpPr>
          <p:cNvPr id="12" name="Straight Connector 11">
            <a:extLst>
              <a:ext uri="{FF2B5EF4-FFF2-40B4-BE49-F238E27FC236}">
                <a16:creationId xmlns:a16="http://schemas.microsoft.com/office/drawing/2014/main" id="{1A30A5B5-0020-BB42-893C-E6C37B5BE895}"/>
              </a:ext>
            </a:extLst>
          </p:cNvPr>
          <p:cNvCxnSpPr>
            <a:cxnSpLocks/>
          </p:cNvCxnSpPr>
          <p:nvPr userDrawn="1"/>
        </p:nvCxnSpPr>
        <p:spPr>
          <a:xfrm>
            <a:off x="4808943" y="2084832"/>
            <a:ext cx="0" cy="3776217"/>
          </a:xfrm>
          <a:prstGeom prst="line">
            <a:avLst/>
          </a:prstGeom>
          <a:ln w="762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D3342FF9-AE25-164E-B043-7DAD33F2133C}"/>
              </a:ext>
            </a:extLst>
          </p:cNvPr>
          <p:cNvSpPr>
            <a:spLocks noGrp="1"/>
          </p:cNvSpPr>
          <p:nvPr>
            <p:ph type="ftr" sz="quarter" idx="11"/>
          </p:nvPr>
        </p:nvSpPr>
        <p:spPr>
          <a:xfrm>
            <a:off x="4038600" y="6356350"/>
            <a:ext cx="4114800" cy="365125"/>
          </a:xfrm>
          <a:prstGeom prst="rect">
            <a:avLst/>
          </a:prstGeom>
        </p:spPr>
        <p:txBody>
          <a:bodyPr/>
          <a:lstStyle/>
          <a:p>
            <a:r>
              <a:rPr lang="en-US" dirty="0"/>
              <a:t>© Adam Frisbee | @</a:t>
            </a:r>
            <a:r>
              <a:rPr lang="en-US" dirty="0" err="1"/>
              <a:t>adam_frisbee</a:t>
            </a:r>
            <a:r>
              <a:rPr lang="en-US" dirty="0"/>
              <a:t> | </a:t>
            </a:r>
            <a:r>
              <a:rPr lang="en-US" dirty="0" err="1"/>
              <a:t>adamfrisbee.com</a:t>
            </a:r>
            <a:endParaRPr lang="en-US" dirty="0"/>
          </a:p>
        </p:txBody>
      </p:sp>
      <p:sp>
        <p:nvSpPr>
          <p:cNvPr id="4" name="Title 3">
            <a:extLst>
              <a:ext uri="{FF2B5EF4-FFF2-40B4-BE49-F238E27FC236}">
                <a16:creationId xmlns:a16="http://schemas.microsoft.com/office/drawing/2014/main" id="{8D821982-96DC-1E44-B64E-37D09C08D6B4}"/>
              </a:ext>
            </a:extLst>
          </p:cNvPr>
          <p:cNvSpPr>
            <a:spLocks noGrp="1"/>
          </p:cNvSpPr>
          <p:nvPr>
            <p:ph type="title" hasCustomPrompt="1"/>
          </p:nvPr>
        </p:nvSpPr>
        <p:spPr/>
        <p:txBody>
          <a:bodyPr/>
          <a:lstStyle/>
          <a:p>
            <a:r>
              <a:rPr lang="en-US" dirty="0"/>
              <a:t>Animated picture left</a:t>
            </a:r>
          </a:p>
        </p:txBody>
      </p:sp>
    </p:spTree>
    <p:extLst>
      <p:ext uri="{BB962C8B-B14F-4D97-AF65-F5344CB8AC3E}">
        <p14:creationId xmlns:p14="http://schemas.microsoft.com/office/powerpoint/2010/main" val="3287984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grpId="0" nodeType="withEffect" nodePh="1">
                                  <p:stCondLst>
                                    <p:cond delay="0"/>
                                  </p:stCondLst>
                                  <p:endCondLst>
                                    <p:cond evt="begin" delay="0">
                                      <p:tn val="5"/>
                                    </p:cond>
                                  </p:endCondLst>
                                  <p:childTnLst>
                                    <p:animMotion origin="layout" path="M 1.25E-6 3.33333E-6 L 0.02995 -0.0007 " pathEditMode="relative" rAng="0" ptsTypes="AA">
                                      <p:cBhvr>
                                        <p:cTn id="6" dur="500" fill="hold"/>
                                        <p:tgtEl>
                                          <p:spTgt spid="10"/>
                                        </p:tgtEl>
                                        <p:attrNameLst>
                                          <p:attrName>ppt_x</p:attrName>
                                          <p:attrName>ppt_y</p:attrName>
                                        </p:attrNameLst>
                                      </p:cBhvr>
                                      <p:rCtr x="1497" y="-46"/>
                                    </p:animMotion>
                                  </p:childTnLst>
                                </p:cTn>
                              </p:par>
                              <p:par>
                                <p:cTn id="7" presetID="12" presetClass="entr" presetSubtype="8" fill="hold" nodeType="withEffect">
                                  <p:stCondLst>
                                    <p:cond delay="500"/>
                                  </p:stCondLst>
                                  <p:childTnLst>
                                    <p:set>
                                      <p:cBhvr>
                                        <p:cTn id="8" dur="1" fill="hold">
                                          <p:stCondLst>
                                            <p:cond delay="0"/>
                                          </p:stCondLst>
                                        </p:cTn>
                                        <p:tgtEl>
                                          <p:spTgt spid="12"/>
                                        </p:tgtEl>
                                        <p:attrNameLst>
                                          <p:attrName>style.visibility</p:attrName>
                                        </p:attrNameLst>
                                      </p:cBhvr>
                                      <p:to>
                                        <p:strVal val="visible"/>
                                      </p:to>
                                    </p:set>
                                    <p:anim calcmode="lin" valueType="num">
                                      <p:cBhvr additive="base">
                                        <p:cTn id="9" dur="500"/>
                                        <p:tgtEl>
                                          <p:spTgt spid="12"/>
                                        </p:tgtEl>
                                        <p:attrNameLst>
                                          <p:attrName>ppt_x</p:attrName>
                                        </p:attrNameLst>
                                      </p:cBhvr>
                                      <p:tavLst>
                                        <p:tav tm="0">
                                          <p:val>
                                            <p:strVal val="#ppt_x-#ppt_w*1.125000"/>
                                          </p:val>
                                        </p:tav>
                                        <p:tav tm="100000">
                                          <p:val>
                                            <p:strVal val="#ppt_x"/>
                                          </p:val>
                                        </p:tav>
                                      </p:tavLst>
                                    </p:anim>
                                    <p:animEffect transition="in" filter="wipe(right)">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P spid="10" grpId="0"/>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ompar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365125"/>
            <a:ext cx="10515600" cy="1325563"/>
          </a:xfrm>
          <a:prstGeom prst="rect">
            <a:avLst/>
          </a:prstGeom>
        </p:spPr>
        <p:txBody>
          <a:bodyPr/>
          <a:lstStyle/>
          <a:p>
            <a:r>
              <a:rPr lang="en-US" dirty="0"/>
              <a:t>Compare</a:t>
            </a:r>
          </a:p>
        </p:txBody>
      </p:sp>
      <p:sp>
        <p:nvSpPr>
          <p:cNvPr id="3" name="Content Placeholder 2"/>
          <p:cNvSpPr>
            <a:spLocks noGrp="1"/>
          </p:cNvSpPr>
          <p:nvPr>
            <p:ph sz="half" idx="1"/>
          </p:nvPr>
        </p:nvSpPr>
        <p:spPr>
          <a:xfrm>
            <a:off x="838200" y="1825625"/>
            <a:ext cx="4388556" cy="4351338"/>
          </a:xfrm>
        </p:spPr>
        <p:txBody>
          <a:bodyPr/>
          <a:lstStyle>
            <a:lvl1pPr marL="457200" indent="-457200">
              <a:buClr>
                <a:schemeClr val="accent2"/>
              </a:buClr>
              <a:buFont typeface=".Lucida Grande UI Regular"/>
              <a:buChar cha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965242" y="1825625"/>
            <a:ext cx="4388557" cy="4351338"/>
          </a:xfrm>
        </p:spPr>
        <p:txBody>
          <a:bodyPr/>
          <a:lstStyle>
            <a:lvl1pPr marL="457200" indent="-457200">
              <a:buClr>
                <a:schemeClr val="accent2"/>
              </a:buClr>
              <a:buFont typeface=".Lucida Grande UI Regular"/>
              <a:buChar cha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74D2C271-3C7A-CD46-9649-E18133BDF375}"/>
              </a:ext>
            </a:extLst>
          </p:cNvPr>
          <p:cNvSpPr>
            <a:spLocks noGrp="1"/>
          </p:cNvSpPr>
          <p:nvPr>
            <p:ph type="ftr" sz="quarter" idx="10"/>
          </p:nvPr>
        </p:nvSpPr>
        <p:spPr>
          <a:xfrm>
            <a:off x="4038600" y="6356350"/>
            <a:ext cx="4114800" cy="365125"/>
          </a:xfrm>
          <a:prstGeom prst="rect">
            <a:avLst/>
          </a:prstGeom>
        </p:spPr>
        <p:txBody>
          <a:bodyPr/>
          <a:lstStyle/>
          <a:p>
            <a:r>
              <a:rPr lang="en-US"/>
              <a:t>© Adam Frisbee | @adam_frisbee | adamfrisbee.com</a:t>
            </a:r>
            <a:endParaRPr lang="en-US" dirty="0"/>
          </a:p>
        </p:txBody>
      </p:sp>
      <p:pic>
        <p:nvPicPr>
          <p:cNvPr id="7" name="Picture 6">
            <a:extLst>
              <a:ext uri="{FF2B5EF4-FFF2-40B4-BE49-F238E27FC236}">
                <a16:creationId xmlns:a16="http://schemas.microsoft.com/office/drawing/2014/main" id="{2270307A-3FDF-4C4B-BE9C-8873BC596BDD}"/>
              </a:ext>
            </a:extLst>
          </p:cNvPr>
          <p:cNvPicPr>
            <a:picLocks noChangeAspect="1"/>
          </p:cNvPicPr>
          <p:nvPr userDrawn="1"/>
        </p:nvPicPr>
        <p:blipFill>
          <a:blip r:embed="rId2">
            <a:duotone>
              <a:schemeClr val="accent2">
                <a:shade val="45000"/>
                <a:satMod val="135000"/>
              </a:schemeClr>
              <a:prstClr val="white"/>
            </a:duotone>
          </a:blip>
          <a:stretch>
            <a:fillRect/>
          </a:stretch>
        </p:blipFill>
        <p:spPr>
          <a:xfrm rot="19287151">
            <a:off x="5087055" y="2845241"/>
            <a:ext cx="2017889" cy="2017889"/>
          </a:xfrm>
          <a:prstGeom prst="rect">
            <a:avLst/>
          </a:prstGeom>
        </p:spPr>
      </p:pic>
    </p:spTree>
    <p:extLst>
      <p:ext uri="{BB962C8B-B14F-4D97-AF65-F5344CB8AC3E}">
        <p14:creationId xmlns:p14="http://schemas.microsoft.com/office/powerpoint/2010/main" val="827030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P spid="4" grpId="0" build="p">
        <p:tmplLst>
          <p:tmpl lvl="1">
            <p:tnLst>
              <p:par>
                <p:cTn presetID="1"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childTnLst>
                </p:cTn>
              </p:par>
            </p:tnLst>
          </p:tmpl>
        </p:tmplLst>
      </p:bldP>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xagon">
    <p:spTree>
      <p:nvGrpSpPr>
        <p:cNvPr id="1" name=""/>
        <p:cNvGrpSpPr/>
        <p:nvPr/>
      </p:nvGrpSpPr>
      <p:grpSpPr>
        <a:xfrm>
          <a:off x="0" y="0"/>
          <a:ext cx="0" cy="0"/>
          <a:chOff x="0" y="0"/>
          <a:chExt cx="0" cy="0"/>
        </a:xfrm>
      </p:grpSpPr>
      <p:sp>
        <p:nvSpPr>
          <p:cNvPr id="11" name="Triangle 10">
            <a:extLst>
              <a:ext uri="{FF2B5EF4-FFF2-40B4-BE49-F238E27FC236}">
                <a16:creationId xmlns:a16="http://schemas.microsoft.com/office/drawing/2014/main" id="{E31902E0-7BD6-E64C-B861-0D19CC300851}"/>
              </a:ext>
            </a:extLst>
          </p:cNvPr>
          <p:cNvSpPr/>
          <p:nvPr userDrawn="1"/>
        </p:nvSpPr>
        <p:spPr>
          <a:xfrm rot="10800000">
            <a:off x="4648200" y="857955"/>
            <a:ext cx="2895600" cy="248920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latin typeface="Oxygen" panose="02000503000000000000" pitchFamily="2" charset="77"/>
            </a:endParaRPr>
          </a:p>
        </p:txBody>
      </p:sp>
      <p:sp>
        <p:nvSpPr>
          <p:cNvPr id="12" name="Triangle 11">
            <a:extLst>
              <a:ext uri="{FF2B5EF4-FFF2-40B4-BE49-F238E27FC236}">
                <a16:creationId xmlns:a16="http://schemas.microsoft.com/office/drawing/2014/main" id="{EC3E15BB-D533-C447-A206-ED6D67B1552A}"/>
              </a:ext>
            </a:extLst>
          </p:cNvPr>
          <p:cNvSpPr/>
          <p:nvPr userDrawn="1"/>
        </p:nvSpPr>
        <p:spPr>
          <a:xfrm rot="14434340">
            <a:off x="5829670" y="1554324"/>
            <a:ext cx="2895600" cy="2489200"/>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latin typeface="Oxygen" panose="02000503000000000000" pitchFamily="2" charset="77"/>
            </a:endParaRPr>
          </a:p>
        </p:txBody>
      </p:sp>
      <p:sp>
        <p:nvSpPr>
          <p:cNvPr id="13" name="Triangle 12">
            <a:extLst>
              <a:ext uri="{FF2B5EF4-FFF2-40B4-BE49-F238E27FC236}">
                <a16:creationId xmlns:a16="http://schemas.microsoft.com/office/drawing/2014/main" id="{4AB5DFD3-C62D-2B44-98B8-4D0E06BFDA6F}"/>
              </a:ext>
            </a:extLst>
          </p:cNvPr>
          <p:cNvSpPr/>
          <p:nvPr userDrawn="1"/>
        </p:nvSpPr>
        <p:spPr>
          <a:xfrm rot="18026298">
            <a:off x="5812233" y="2905467"/>
            <a:ext cx="2895600" cy="248920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latin typeface="Oxygen" panose="02000503000000000000" pitchFamily="2" charset="77"/>
            </a:endParaRPr>
          </a:p>
        </p:txBody>
      </p:sp>
      <p:sp>
        <p:nvSpPr>
          <p:cNvPr id="14" name="Triangle 13">
            <a:extLst>
              <a:ext uri="{FF2B5EF4-FFF2-40B4-BE49-F238E27FC236}">
                <a16:creationId xmlns:a16="http://schemas.microsoft.com/office/drawing/2014/main" id="{1CD1EF5B-5CEE-A845-A4CC-BD24DAE72678}"/>
              </a:ext>
            </a:extLst>
          </p:cNvPr>
          <p:cNvSpPr/>
          <p:nvPr userDrawn="1"/>
        </p:nvSpPr>
        <p:spPr>
          <a:xfrm rot="7213277">
            <a:off x="3474516" y="1538403"/>
            <a:ext cx="2895600" cy="2489200"/>
          </a:xfrm>
          <a:prstGeom prs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latin typeface="Oxygen" panose="02000503000000000000" pitchFamily="2" charset="77"/>
            </a:endParaRPr>
          </a:p>
        </p:txBody>
      </p:sp>
      <p:sp>
        <p:nvSpPr>
          <p:cNvPr id="15" name="Triangle 14">
            <a:extLst>
              <a:ext uri="{FF2B5EF4-FFF2-40B4-BE49-F238E27FC236}">
                <a16:creationId xmlns:a16="http://schemas.microsoft.com/office/drawing/2014/main" id="{ECA4BCC2-29D1-3741-9082-F7C1C6BA377A}"/>
              </a:ext>
            </a:extLst>
          </p:cNvPr>
          <p:cNvSpPr/>
          <p:nvPr userDrawn="1"/>
        </p:nvSpPr>
        <p:spPr>
          <a:xfrm rot="3611414">
            <a:off x="3455140" y="2903473"/>
            <a:ext cx="2895600" cy="2489200"/>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latin typeface="Oxygen" panose="02000503000000000000" pitchFamily="2" charset="77"/>
            </a:endParaRPr>
          </a:p>
        </p:txBody>
      </p:sp>
      <p:sp>
        <p:nvSpPr>
          <p:cNvPr id="16" name="Triangle 15">
            <a:extLst>
              <a:ext uri="{FF2B5EF4-FFF2-40B4-BE49-F238E27FC236}">
                <a16:creationId xmlns:a16="http://schemas.microsoft.com/office/drawing/2014/main" id="{61B32392-5EAE-5C45-A548-AC25E1E18AF8}"/>
              </a:ext>
            </a:extLst>
          </p:cNvPr>
          <p:cNvSpPr/>
          <p:nvPr userDrawn="1"/>
        </p:nvSpPr>
        <p:spPr>
          <a:xfrm>
            <a:off x="4639998" y="3577545"/>
            <a:ext cx="2895600" cy="248920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latin typeface="Oxygen" panose="02000503000000000000" pitchFamily="2" charset="77"/>
            </a:endParaRPr>
          </a:p>
        </p:txBody>
      </p:sp>
      <p:sp>
        <p:nvSpPr>
          <p:cNvPr id="10" name="Content Placeholder 9">
            <a:extLst>
              <a:ext uri="{FF2B5EF4-FFF2-40B4-BE49-F238E27FC236}">
                <a16:creationId xmlns:a16="http://schemas.microsoft.com/office/drawing/2014/main" id="{4B5D361C-2F7C-854F-8069-08C8387E9B96}"/>
              </a:ext>
            </a:extLst>
          </p:cNvPr>
          <p:cNvSpPr>
            <a:spLocks noGrp="1"/>
          </p:cNvSpPr>
          <p:nvPr>
            <p:ph sz="quarter" idx="12"/>
          </p:nvPr>
        </p:nvSpPr>
        <p:spPr>
          <a:xfrm>
            <a:off x="4122143" y="1901100"/>
            <a:ext cx="914400" cy="1369854"/>
          </a:xfrm>
        </p:spPr>
        <p:txBody>
          <a:bodyPr>
            <a:noAutofit/>
          </a:bodyPr>
          <a:lstStyle>
            <a:lvl1pPr marL="0" indent="0">
              <a:buNone/>
              <a:defRPr sz="1800"/>
            </a:lvl1pPr>
            <a:lvl5pPr>
              <a:defRPr sz="1000"/>
            </a:lvl5pPr>
          </a:lstStyle>
          <a:p>
            <a:pPr lvl="0"/>
            <a:r>
              <a:rPr lang="en-US"/>
              <a:t>Click to edit Master text styles</a:t>
            </a:r>
          </a:p>
        </p:txBody>
      </p:sp>
      <p:sp>
        <p:nvSpPr>
          <p:cNvPr id="18" name="Content Placeholder 17">
            <a:extLst>
              <a:ext uri="{FF2B5EF4-FFF2-40B4-BE49-F238E27FC236}">
                <a16:creationId xmlns:a16="http://schemas.microsoft.com/office/drawing/2014/main" id="{F78D4A3C-D5F6-1640-BF6A-CB80808526C3}"/>
              </a:ext>
            </a:extLst>
          </p:cNvPr>
          <p:cNvSpPr>
            <a:spLocks noGrp="1"/>
          </p:cNvSpPr>
          <p:nvPr>
            <p:ph sz="quarter" idx="13"/>
          </p:nvPr>
        </p:nvSpPr>
        <p:spPr>
          <a:xfrm>
            <a:off x="4122143" y="3700790"/>
            <a:ext cx="914400" cy="1369853"/>
          </a:xfrm>
        </p:spPr>
        <p:txBody>
          <a:bodyPr>
            <a:noAutofit/>
          </a:bodyPr>
          <a:lstStyle>
            <a:lvl1pPr marL="0" indent="0">
              <a:buNone/>
              <a:defRPr sz="1600"/>
            </a:lvl1pPr>
            <a:lvl5pPr marL="1828800" indent="0">
              <a:buNone/>
              <a:defRPr sz="1000"/>
            </a:lvl5pPr>
          </a:lstStyle>
          <a:p>
            <a:pPr lvl="0"/>
            <a:r>
              <a:rPr lang="en-US"/>
              <a:t>Click to edit Master text styles</a:t>
            </a:r>
          </a:p>
        </p:txBody>
      </p:sp>
      <p:sp>
        <p:nvSpPr>
          <p:cNvPr id="20" name="Content Placeholder 19">
            <a:extLst>
              <a:ext uri="{FF2B5EF4-FFF2-40B4-BE49-F238E27FC236}">
                <a16:creationId xmlns:a16="http://schemas.microsoft.com/office/drawing/2014/main" id="{86A80EF7-4966-9E42-92FC-7A4D50808932}"/>
              </a:ext>
            </a:extLst>
          </p:cNvPr>
          <p:cNvSpPr>
            <a:spLocks noGrp="1"/>
          </p:cNvSpPr>
          <p:nvPr>
            <p:ph sz="quarter" idx="14"/>
          </p:nvPr>
        </p:nvSpPr>
        <p:spPr>
          <a:xfrm>
            <a:off x="5649862" y="4574498"/>
            <a:ext cx="947695" cy="1370571"/>
          </a:xfrm>
        </p:spPr>
        <p:txBody>
          <a:bodyPr>
            <a:noAutofit/>
          </a:bodyPr>
          <a:lstStyle>
            <a:lvl1pPr marL="0" indent="0">
              <a:buNone/>
              <a:defRPr sz="1600"/>
            </a:lvl1pPr>
            <a:lvl5pPr marL="1828800" indent="0">
              <a:buNone/>
              <a:defRPr sz="1000"/>
            </a:lvl5pPr>
          </a:lstStyle>
          <a:p>
            <a:pPr lvl="0"/>
            <a:r>
              <a:rPr lang="en-US"/>
              <a:t>Click to edit Master text styles</a:t>
            </a:r>
          </a:p>
        </p:txBody>
      </p:sp>
      <p:sp>
        <p:nvSpPr>
          <p:cNvPr id="22" name="Content Placeholder 21">
            <a:extLst>
              <a:ext uri="{FF2B5EF4-FFF2-40B4-BE49-F238E27FC236}">
                <a16:creationId xmlns:a16="http://schemas.microsoft.com/office/drawing/2014/main" id="{A8181D33-8BDF-5D44-8704-773A99FE97AD}"/>
              </a:ext>
            </a:extLst>
          </p:cNvPr>
          <p:cNvSpPr>
            <a:spLocks noGrp="1"/>
          </p:cNvSpPr>
          <p:nvPr>
            <p:ph sz="quarter" idx="15" hasCustomPrompt="1"/>
          </p:nvPr>
        </p:nvSpPr>
        <p:spPr>
          <a:xfrm>
            <a:off x="7143453" y="3660764"/>
            <a:ext cx="967487" cy="1409879"/>
          </a:xfrm>
        </p:spPr>
        <p:txBody>
          <a:bodyPr>
            <a:noAutofit/>
          </a:bodyPr>
          <a:lstStyle>
            <a:lvl1pPr marL="0" indent="0">
              <a:buNone/>
              <a:defRPr sz="1600"/>
            </a:lvl1pPr>
            <a:lvl5pPr marL="1828800" indent="0">
              <a:buNone/>
              <a:defRPr/>
            </a:lvl5pPr>
          </a:lstStyle>
          <a:p>
            <a:pPr lvl="0"/>
            <a:r>
              <a:rPr lang="en-US" dirty="0"/>
              <a:t>Click to edit Master text </a:t>
            </a:r>
            <a:r>
              <a:rPr lang="en-US" dirty="0" err="1"/>
              <a:t>stylesdit</a:t>
            </a:r>
            <a:r>
              <a:rPr lang="en-US" dirty="0"/>
              <a:t> Master text styles</a:t>
            </a:r>
          </a:p>
        </p:txBody>
      </p:sp>
      <p:sp>
        <p:nvSpPr>
          <p:cNvPr id="24" name="Content Placeholder 23">
            <a:extLst>
              <a:ext uri="{FF2B5EF4-FFF2-40B4-BE49-F238E27FC236}">
                <a16:creationId xmlns:a16="http://schemas.microsoft.com/office/drawing/2014/main" id="{12FEC077-8CF0-6C45-8D19-B683AAEE5A58}"/>
              </a:ext>
            </a:extLst>
          </p:cNvPr>
          <p:cNvSpPr>
            <a:spLocks noGrp="1"/>
          </p:cNvSpPr>
          <p:nvPr>
            <p:ph sz="quarter" idx="16"/>
          </p:nvPr>
        </p:nvSpPr>
        <p:spPr>
          <a:xfrm>
            <a:off x="7212049" y="1901100"/>
            <a:ext cx="914400" cy="1360448"/>
          </a:xfrm>
        </p:spPr>
        <p:txBody>
          <a:bodyPr>
            <a:normAutofit/>
          </a:bodyPr>
          <a:lstStyle>
            <a:lvl1pPr marL="0" indent="0">
              <a:buFont typeface="Arial" panose="020B0604020202020204" pitchFamily="34" charset="0"/>
              <a:buNone/>
              <a:defRPr sz="1600"/>
            </a:lvl1pPr>
            <a:lvl5pPr marL="1828800" indent="0">
              <a:buNone/>
              <a:defRPr/>
            </a:lvl5pPr>
          </a:lstStyle>
          <a:p>
            <a:pPr lvl="0"/>
            <a:r>
              <a:rPr lang="en-US"/>
              <a:t>Click to edit Master text styles</a:t>
            </a:r>
          </a:p>
        </p:txBody>
      </p:sp>
      <p:sp>
        <p:nvSpPr>
          <p:cNvPr id="17" name="Content Placeholder 23">
            <a:extLst>
              <a:ext uri="{FF2B5EF4-FFF2-40B4-BE49-F238E27FC236}">
                <a16:creationId xmlns:a16="http://schemas.microsoft.com/office/drawing/2014/main" id="{22B58768-355B-E545-88F7-DEE066DFDF15}"/>
              </a:ext>
            </a:extLst>
          </p:cNvPr>
          <p:cNvSpPr>
            <a:spLocks noGrp="1"/>
          </p:cNvSpPr>
          <p:nvPr>
            <p:ph sz="quarter" idx="17"/>
          </p:nvPr>
        </p:nvSpPr>
        <p:spPr>
          <a:xfrm>
            <a:off x="5646222" y="1061967"/>
            <a:ext cx="914400" cy="1360448"/>
          </a:xfrm>
        </p:spPr>
        <p:txBody>
          <a:bodyPr>
            <a:normAutofit/>
          </a:bodyPr>
          <a:lstStyle>
            <a:lvl1pPr marL="0" indent="0">
              <a:buFont typeface="Arial" panose="020B0604020202020204" pitchFamily="34" charset="0"/>
              <a:buNone/>
              <a:defRPr sz="1600"/>
            </a:lvl1pPr>
            <a:lvl5pPr marL="1828800" indent="0">
              <a:buNone/>
              <a:defRPr/>
            </a:lvl5pPr>
          </a:lstStyle>
          <a:p>
            <a:pPr lvl="0"/>
            <a:r>
              <a:rPr lang="en-US"/>
              <a:t>Click to edit Master text styles</a:t>
            </a:r>
          </a:p>
        </p:txBody>
      </p:sp>
    </p:spTree>
    <p:extLst>
      <p:ext uri="{BB962C8B-B14F-4D97-AF65-F5344CB8AC3E}">
        <p14:creationId xmlns:p14="http://schemas.microsoft.com/office/powerpoint/2010/main" val="603069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300" fill="hold"/>
                                        <p:tgtEl>
                                          <p:spTgt spid="11"/>
                                        </p:tgtEl>
                                        <p:attrNameLst>
                                          <p:attrName>ppt_x</p:attrName>
                                        </p:attrNameLst>
                                      </p:cBhvr>
                                      <p:tavLst>
                                        <p:tav tm="0">
                                          <p:val>
                                            <p:strVal val="#ppt_x"/>
                                          </p:val>
                                        </p:tav>
                                        <p:tav tm="100000">
                                          <p:val>
                                            <p:strVal val="#ppt_x"/>
                                          </p:val>
                                        </p:tav>
                                      </p:tavLst>
                                    </p:anim>
                                    <p:anim calcmode="lin" valueType="num">
                                      <p:cBhvr additive="base">
                                        <p:cTn id="8" dur="300" fill="hold"/>
                                        <p:tgtEl>
                                          <p:spTgt spid="11"/>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300" fill="hold"/>
                                        <p:tgtEl>
                                          <p:spTgt spid="16"/>
                                        </p:tgtEl>
                                        <p:attrNameLst>
                                          <p:attrName>ppt_x</p:attrName>
                                        </p:attrNameLst>
                                      </p:cBhvr>
                                      <p:tavLst>
                                        <p:tav tm="0">
                                          <p:val>
                                            <p:strVal val="#ppt_x"/>
                                          </p:val>
                                        </p:tav>
                                        <p:tav tm="100000">
                                          <p:val>
                                            <p:strVal val="#ppt_x"/>
                                          </p:val>
                                        </p:tav>
                                      </p:tavLst>
                                    </p:anim>
                                    <p:anim calcmode="lin" valueType="num">
                                      <p:cBhvr additive="base">
                                        <p:cTn id="12" dur="300" fill="hold"/>
                                        <p:tgtEl>
                                          <p:spTgt spid="16"/>
                                        </p:tgtEl>
                                        <p:attrNameLst>
                                          <p:attrName>ppt_y</p:attrName>
                                        </p:attrNameLst>
                                      </p:cBhvr>
                                      <p:tavLst>
                                        <p:tav tm="0">
                                          <p:val>
                                            <p:strVal val="1+#ppt_h/2"/>
                                          </p:val>
                                        </p:tav>
                                        <p:tav tm="100000">
                                          <p:val>
                                            <p:strVal val="#ppt_y"/>
                                          </p:val>
                                        </p:tav>
                                      </p:tavLst>
                                    </p:anim>
                                  </p:childTnLst>
                                </p:cTn>
                              </p:par>
                              <p:par>
                                <p:cTn id="13" presetID="2" presetClass="entr" presetSubtype="3" fill="hold" grpId="0" nodeType="withEffect">
                                  <p:stCondLst>
                                    <p:cond delay="50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300" fill="hold"/>
                                        <p:tgtEl>
                                          <p:spTgt spid="12"/>
                                        </p:tgtEl>
                                        <p:attrNameLst>
                                          <p:attrName>ppt_x</p:attrName>
                                        </p:attrNameLst>
                                      </p:cBhvr>
                                      <p:tavLst>
                                        <p:tav tm="0">
                                          <p:val>
                                            <p:strVal val="1+#ppt_w/2"/>
                                          </p:val>
                                        </p:tav>
                                        <p:tav tm="100000">
                                          <p:val>
                                            <p:strVal val="#ppt_x"/>
                                          </p:val>
                                        </p:tav>
                                      </p:tavLst>
                                    </p:anim>
                                    <p:anim calcmode="lin" valueType="num">
                                      <p:cBhvr additive="base">
                                        <p:cTn id="16" dur="300" fill="hold"/>
                                        <p:tgtEl>
                                          <p:spTgt spid="12"/>
                                        </p:tgtEl>
                                        <p:attrNameLst>
                                          <p:attrName>ppt_y</p:attrName>
                                        </p:attrNameLst>
                                      </p:cBhvr>
                                      <p:tavLst>
                                        <p:tav tm="0">
                                          <p:val>
                                            <p:strVal val="0-#ppt_h/2"/>
                                          </p:val>
                                        </p:tav>
                                        <p:tav tm="100000">
                                          <p:val>
                                            <p:strVal val="#ppt_y"/>
                                          </p:val>
                                        </p:tav>
                                      </p:tavLst>
                                    </p:anim>
                                  </p:childTnLst>
                                </p:cTn>
                              </p:par>
                              <p:par>
                                <p:cTn id="17" presetID="2" presetClass="entr" presetSubtype="6"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300" fill="hold"/>
                                        <p:tgtEl>
                                          <p:spTgt spid="13"/>
                                        </p:tgtEl>
                                        <p:attrNameLst>
                                          <p:attrName>ppt_x</p:attrName>
                                        </p:attrNameLst>
                                      </p:cBhvr>
                                      <p:tavLst>
                                        <p:tav tm="0">
                                          <p:val>
                                            <p:strVal val="1+#ppt_w/2"/>
                                          </p:val>
                                        </p:tav>
                                        <p:tav tm="100000">
                                          <p:val>
                                            <p:strVal val="#ppt_x"/>
                                          </p:val>
                                        </p:tav>
                                      </p:tavLst>
                                    </p:anim>
                                    <p:anim calcmode="lin" valueType="num">
                                      <p:cBhvr additive="base">
                                        <p:cTn id="20" dur="300" fill="hold"/>
                                        <p:tgtEl>
                                          <p:spTgt spid="13"/>
                                        </p:tgtEl>
                                        <p:attrNameLst>
                                          <p:attrName>ppt_y</p:attrName>
                                        </p:attrNameLst>
                                      </p:cBhvr>
                                      <p:tavLst>
                                        <p:tav tm="0">
                                          <p:val>
                                            <p:strVal val="1+#ppt_h/2"/>
                                          </p:val>
                                        </p:tav>
                                        <p:tav tm="100000">
                                          <p:val>
                                            <p:strVal val="#ppt_y"/>
                                          </p:val>
                                        </p:tav>
                                      </p:tavLst>
                                    </p:anim>
                                  </p:childTnLst>
                                </p:cTn>
                              </p:par>
                              <p:par>
                                <p:cTn id="21" presetID="2" presetClass="entr" presetSubtype="12" fill="hold" grpId="0" nodeType="withEffect">
                                  <p:stCondLst>
                                    <p:cond delay="500"/>
                                  </p:stCondLst>
                                  <p:childTnLst>
                                    <p:set>
                                      <p:cBhvr>
                                        <p:cTn id="22" dur="1" fill="hold">
                                          <p:stCondLst>
                                            <p:cond delay="0"/>
                                          </p:stCondLst>
                                        </p:cTn>
                                        <p:tgtEl>
                                          <p:spTgt spid="15"/>
                                        </p:tgtEl>
                                        <p:attrNameLst>
                                          <p:attrName>style.visibility</p:attrName>
                                        </p:attrNameLst>
                                      </p:cBhvr>
                                      <p:to>
                                        <p:strVal val="visible"/>
                                      </p:to>
                                    </p:set>
                                    <p:anim calcmode="lin" valueType="num">
                                      <p:cBhvr additive="base">
                                        <p:cTn id="23" dur="300" fill="hold"/>
                                        <p:tgtEl>
                                          <p:spTgt spid="15"/>
                                        </p:tgtEl>
                                        <p:attrNameLst>
                                          <p:attrName>ppt_x</p:attrName>
                                        </p:attrNameLst>
                                      </p:cBhvr>
                                      <p:tavLst>
                                        <p:tav tm="0">
                                          <p:val>
                                            <p:strVal val="0-#ppt_w/2"/>
                                          </p:val>
                                        </p:tav>
                                        <p:tav tm="100000">
                                          <p:val>
                                            <p:strVal val="#ppt_x"/>
                                          </p:val>
                                        </p:tav>
                                      </p:tavLst>
                                    </p:anim>
                                    <p:anim calcmode="lin" valueType="num">
                                      <p:cBhvr additive="base">
                                        <p:cTn id="24" dur="300" fill="hold"/>
                                        <p:tgtEl>
                                          <p:spTgt spid="15"/>
                                        </p:tgtEl>
                                        <p:attrNameLst>
                                          <p:attrName>ppt_y</p:attrName>
                                        </p:attrNameLst>
                                      </p:cBhvr>
                                      <p:tavLst>
                                        <p:tav tm="0">
                                          <p:val>
                                            <p:strVal val="1+#ppt_h/2"/>
                                          </p:val>
                                        </p:tav>
                                        <p:tav tm="100000">
                                          <p:val>
                                            <p:strVal val="#ppt_y"/>
                                          </p:val>
                                        </p:tav>
                                      </p:tavLst>
                                    </p:anim>
                                  </p:childTnLst>
                                </p:cTn>
                              </p:par>
                              <p:par>
                                <p:cTn id="25" presetID="2" presetClass="entr" presetSubtype="9" fill="hold" grpId="0" nodeType="withEffect">
                                  <p:stCondLst>
                                    <p:cond delay="1000"/>
                                  </p:stCondLst>
                                  <p:childTnLst>
                                    <p:set>
                                      <p:cBhvr>
                                        <p:cTn id="26" dur="1" fill="hold">
                                          <p:stCondLst>
                                            <p:cond delay="0"/>
                                          </p:stCondLst>
                                        </p:cTn>
                                        <p:tgtEl>
                                          <p:spTgt spid="14"/>
                                        </p:tgtEl>
                                        <p:attrNameLst>
                                          <p:attrName>style.visibility</p:attrName>
                                        </p:attrNameLst>
                                      </p:cBhvr>
                                      <p:to>
                                        <p:strVal val="visible"/>
                                      </p:to>
                                    </p:set>
                                    <p:anim calcmode="lin" valueType="num">
                                      <p:cBhvr additive="base">
                                        <p:cTn id="27" dur="300" fill="hold"/>
                                        <p:tgtEl>
                                          <p:spTgt spid="14"/>
                                        </p:tgtEl>
                                        <p:attrNameLst>
                                          <p:attrName>ppt_x</p:attrName>
                                        </p:attrNameLst>
                                      </p:cBhvr>
                                      <p:tavLst>
                                        <p:tav tm="0">
                                          <p:val>
                                            <p:strVal val="0-#ppt_w/2"/>
                                          </p:val>
                                        </p:tav>
                                        <p:tav tm="100000">
                                          <p:val>
                                            <p:strVal val="#ppt_x"/>
                                          </p:val>
                                        </p:tav>
                                      </p:tavLst>
                                    </p:anim>
                                    <p:anim calcmode="lin" valueType="num">
                                      <p:cBhvr additive="base">
                                        <p:cTn id="28" dur="300" fill="hold"/>
                                        <p:tgtEl>
                                          <p:spTgt spid="14"/>
                                        </p:tgtEl>
                                        <p:attrNameLst>
                                          <p:attrName>ppt_y</p:attrName>
                                        </p:attrNameLst>
                                      </p:cBhvr>
                                      <p:tavLst>
                                        <p:tav tm="0">
                                          <p:val>
                                            <p:strVal val="0-#ppt_h/2"/>
                                          </p:val>
                                        </p:tav>
                                        <p:tav tm="100000">
                                          <p:val>
                                            <p:strVal val="#ppt_y"/>
                                          </p:val>
                                        </p:tav>
                                      </p:tavLst>
                                    </p:anim>
                                  </p:childTnLst>
                                </p:cTn>
                              </p:par>
                              <p:par>
                                <p:cTn id="29" presetID="1" presetClass="entr" presetSubtype="0" fill="hold" grpId="0" nodeType="withEffect">
                                  <p:stCondLst>
                                    <p:cond delay="120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par>
                                <p:cTn id="31" presetID="1" presetClass="entr" presetSubtype="0" fill="hold" grpId="0" nodeType="withEffect">
                                  <p:stCondLst>
                                    <p:cond delay="1200"/>
                                  </p:stCondLst>
                                  <p:childTnLst>
                                    <p:set>
                                      <p:cBhvr>
                                        <p:cTn id="32" dur="1" fill="hold">
                                          <p:stCondLst>
                                            <p:cond delay="0"/>
                                          </p:stCondLst>
                                        </p:cTn>
                                        <p:tgtEl>
                                          <p:spTgt spid="24">
                                            <p:txEl>
                                              <p:pRg st="0" end="0"/>
                                            </p:txEl>
                                          </p:spTgt>
                                        </p:tgtEl>
                                        <p:attrNameLst>
                                          <p:attrName>style.visibility</p:attrName>
                                        </p:attrNameLst>
                                      </p:cBhvr>
                                      <p:to>
                                        <p:strVal val="visible"/>
                                      </p:to>
                                    </p:set>
                                  </p:childTnLst>
                                </p:cTn>
                              </p:par>
                              <p:par>
                                <p:cTn id="33" presetID="1" presetClass="entr" presetSubtype="0" fill="hold" grpId="0" nodeType="withEffect">
                                  <p:stCondLst>
                                    <p:cond delay="1200"/>
                                  </p:stCondLst>
                                  <p:childTnLst>
                                    <p:set>
                                      <p:cBhvr>
                                        <p:cTn id="34" dur="1" fill="hold">
                                          <p:stCondLst>
                                            <p:cond delay="0"/>
                                          </p:stCondLst>
                                        </p:cTn>
                                        <p:tgtEl>
                                          <p:spTgt spid="22">
                                            <p:txEl>
                                              <p:pRg st="0" end="0"/>
                                            </p:txEl>
                                          </p:spTgt>
                                        </p:tgtEl>
                                        <p:attrNameLst>
                                          <p:attrName>style.visibility</p:attrName>
                                        </p:attrNameLst>
                                      </p:cBhvr>
                                      <p:to>
                                        <p:strVal val="visible"/>
                                      </p:to>
                                    </p:set>
                                  </p:childTnLst>
                                </p:cTn>
                              </p:par>
                              <p:par>
                                <p:cTn id="35" presetID="1" presetClass="entr" presetSubtype="0" fill="hold" grpId="0" nodeType="withEffect">
                                  <p:stCondLst>
                                    <p:cond delay="1200"/>
                                  </p:stCondLst>
                                  <p:childTnLst>
                                    <p:set>
                                      <p:cBhvr>
                                        <p:cTn id="36" dur="1" fill="hold">
                                          <p:stCondLst>
                                            <p:cond delay="0"/>
                                          </p:stCondLst>
                                        </p:cTn>
                                        <p:tgtEl>
                                          <p:spTgt spid="20">
                                            <p:txEl>
                                              <p:pRg st="0" end="0"/>
                                            </p:txEl>
                                          </p:spTgt>
                                        </p:tgtEl>
                                        <p:attrNameLst>
                                          <p:attrName>style.visibility</p:attrName>
                                        </p:attrNameLst>
                                      </p:cBhvr>
                                      <p:to>
                                        <p:strVal val="visible"/>
                                      </p:to>
                                    </p:set>
                                  </p:childTnLst>
                                </p:cTn>
                              </p:par>
                              <p:par>
                                <p:cTn id="37" presetID="1" presetClass="entr" presetSubtype="0" fill="hold" grpId="0" nodeType="withEffect">
                                  <p:stCondLst>
                                    <p:cond delay="1200"/>
                                  </p:stCondLst>
                                  <p:childTnLst>
                                    <p:set>
                                      <p:cBhvr>
                                        <p:cTn id="38" dur="1" fill="hold">
                                          <p:stCondLst>
                                            <p:cond delay="0"/>
                                          </p:stCondLst>
                                        </p:cTn>
                                        <p:tgtEl>
                                          <p:spTgt spid="18">
                                            <p:txEl>
                                              <p:pRg st="0" end="0"/>
                                            </p:txEl>
                                          </p:spTgt>
                                        </p:tgtEl>
                                        <p:attrNameLst>
                                          <p:attrName>style.visibility</p:attrName>
                                        </p:attrNameLst>
                                      </p:cBhvr>
                                      <p:to>
                                        <p:strVal val="visible"/>
                                      </p:to>
                                    </p:set>
                                  </p:childTnLst>
                                </p:cTn>
                              </p:par>
                              <p:par>
                                <p:cTn id="39" presetID="1" presetClass="entr" presetSubtype="0" fill="hold" grpId="0" nodeType="withEffect">
                                  <p:stCondLst>
                                    <p:cond delay="1200"/>
                                  </p:stCondLst>
                                  <p:childTnLst>
                                    <p:set>
                                      <p:cBhvr>
                                        <p:cTn id="40"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0" grpId="0" build="p">
        <p:tmplLst>
          <p:tmpl lvl="1">
            <p:tnLst>
              <p:par>
                <p:cTn presetID="1" presetClass="entr" presetSubtype="0" fill="hold" nodeType="withEffect">
                  <p:stCondLst>
                    <p:cond delay="1200"/>
                  </p:stCondLst>
                  <p:childTnLst>
                    <p:set>
                      <p:cBhvr>
                        <p:cTn dur="1" fill="hold">
                          <p:stCondLst>
                            <p:cond delay="0"/>
                          </p:stCondLst>
                        </p:cTn>
                        <p:tgtEl>
                          <p:spTgt spid="10"/>
                        </p:tgtEl>
                        <p:attrNameLst>
                          <p:attrName>style.visibility</p:attrName>
                        </p:attrNameLst>
                      </p:cBhvr>
                      <p:to>
                        <p:strVal val="visible"/>
                      </p:to>
                    </p:set>
                  </p:childTnLst>
                </p:cTn>
              </p:par>
            </p:tnLst>
          </p:tmpl>
        </p:tmplLst>
      </p:bldP>
      <p:bldP spid="18" grpId="0" build="p">
        <p:tmplLst>
          <p:tmpl lvl="1">
            <p:tnLst>
              <p:par>
                <p:cTn presetID="1" presetClass="entr" presetSubtype="0" fill="hold" nodeType="withEffect">
                  <p:stCondLst>
                    <p:cond delay="1200"/>
                  </p:stCondLst>
                  <p:childTnLst>
                    <p:set>
                      <p:cBhvr>
                        <p:cTn dur="1" fill="hold">
                          <p:stCondLst>
                            <p:cond delay="0"/>
                          </p:stCondLst>
                        </p:cTn>
                        <p:tgtEl>
                          <p:spTgt spid="18"/>
                        </p:tgtEl>
                        <p:attrNameLst>
                          <p:attrName>style.visibility</p:attrName>
                        </p:attrNameLst>
                      </p:cBhvr>
                      <p:to>
                        <p:strVal val="visible"/>
                      </p:to>
                    </p:set>
                  </p:childTnLst>
                </p:cTn>
              </p:par>
            </p:tnLst>
          </p:tmpl>
        </p:tmplLst>
      </p:bldP>
      <p:bldP spid="20" grpId="0" build="p">
        <p:tmplLst>
          <p:tmpl lvl="1">
            <p:tnLst>
              <p:par>
                <p:cTn presetID="1" presetClass="entr" presetSubtype="0" fill="hold" nodeType="withEffect">
                  <p:stCondLst>
                    <p:cond delay="1200"/>
                  </p:stCondLst>
                  <p:childTnLst>
                    <p:set>
                      <p:cBhvr>
                        <p:cTn dur="1" fill="hold">
                          <p:stCondLst>
                            <p:cond delay="0"/>
                          </p:stCondLst>
                        </p:cTn>
                        <p:tgtEl>
                          <p:spTgt spid="20"/>
                        </p:tgtEl>
                        <p:attrNameLst>
                          <p:attrName>style.visibility</p:attrName>
                        </p:attrNameLst>
                      </p:cBhvr>
                      <p:to>
                        <p:strVal val="visible"/>
                      </p:to>
                    </p:set>
                  </p:childTnLst>
                </p:cTn>
              </p:par>
            </p:tnLst>
          </p:tmpl>
        </p:tmplLst>
      </p:bldP>
      <p:bldP spid="22" grpId="0" build="p">
        <p:tmplLst>
          <p:tmpl lvl="1">
            <p:tnLst>
              <p:par>
                <p:cTn presetID="1" presetClass="entr" presetSubtype="0" fill="hold" nodeType="withEffect">
                  <p:stCondLst>
                    <p:cond delay="1200"/>
                  </p:stCondLst>
                  <p:childTnLst>
                    <p:set>
                      <p:cBhvr>
                        <p:cTn dur="1" fill="hold">
                          <p:stCondLst>
                            <p:cond delay="0"/>
                          </p:stCondLst>
                        </p:cTn>
                        <p:tgtEl>
                          <p:spTgt spid="22"/>
                        </p:tgtEl>
                        <p:attrNameLst>
                          <p:attrName>style.visibility</p:attrName>
                        </p:attrNameLst>
                      </p:cBhvr>
                      <p:to>
                        <p:strVal val="visible"/>
                      </p:to>
                    </p:set>
                  </p:childTnLst>
                </p:cTn>
              </p:par>
            </p:tnLst>
          </p:tmpl>
        </p:tmplLst>
      </p:bldP>
      <p:bldP spid="24" grpId="0" build="p">
        <p:tmplLst>
          <p:tmpl lvl="1">
            <p:tnLst>
              <p:par>
                <p:cTn presetID="1" presetClass="entr" presetSubtype="0" fill="hold" nodeType="withEffect">
                  <p:stCondLst>
                    <p:cond delay="1200"/>
                  </p:stCondLst>
                  <p:childTnLst>
                    <p:set>
                      <p:cBhvr>
                        <p:cTn dur="1" fill="hold">
                          <p:stCondLst>
                            <p:cond delay="0"/>
                          </p:stCondLst>
                        </p:cTn>
                        <p:tgtEl>
                          <p:spTgt spid="24"/>
                        </p:tgtEl>
                        <p:attrNameLst>
                          <p:attrName>style.visibility</p:attrName>
                        </p:attrNameLst>
                      </p:cBhvr>
                      <p:to>
                        <p:strVal val="visible"/>
                      </p:to>
                    </p:set>
                  </p:childTnLst>
                </p:cTn>
              </p:par>
            </p:tnLst>
          </p:tmpl>
        </p:tmplLst>
      </p:bldP>
      <p:bldP spid="17" grpId="0" build="p">
        <p:tmplLst>
          <p:tmpl lvl="1">
            <p:tnLst>
              <p:par>
                <p:cTn presetID="1" presetClass="entr" presetSubtype="0" fill="hold" nodeType="withEffect">
                  <p:stCondLst>
                    <p:cond delay="1200"/>
                  </p:stCondLst>
                  <p:childTnLst>
                    <p:set>
                      <p:cBhvr>
                        <p:cTn dur="1" fill="hold">
                          <p:stCondLst>
                            <p:cond delay="0"/>
                          </p:stCondLst>
                        </p:cTn>
                        <p:tgtEl>
                          <p:spTgt spid="17"/>
                        </p:tgtEl>
                        <p:attrNameLst>
                          <p:attrName>style.visibility</p:attrName>
                        </p:attrNameLst>
                      </p:cBhvr>
                      <p:to>
                        <p:strVal val="visible"/>
                      </p:to>
                    </p:set>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or Important Statement">
    <p:bg>
      <p:bgPr>
        <a:gradFill flip="none" rotWithShape="1">
          <a:gsLst>
            <a:gs pos="0">
              <a:schemeClr val="accent1">
                <a:lumMod val="5000"/>
                <a:lumOff val="95000"/>
              </a:schemeClr>
            </a:gs>
            <a:gs pos="38000">
              <a:schemeClr val="accent2"/>
            </a:gs>
            <a:gs pos="76000">
              <a:schemeClr val="accent2">
                <a:lumMod val="20000"/>
                <a:lumOff val="80000"/>
              </a:schemeClr>
            </a:gs>
            <a:gs pos="62000">
              <a:schemeClr val="accent2">
                <a:lumMod val="40000"/>
                <a:lumOff val="60000"/>
              </a:schemeClr>
            </a:gs>
            <a:gs pos="90000">
              <a:schemeClr val="accent2">
                <a:lumMod val="5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8C181E-68C2-674D-B0F7-27F515BB252E}"/>
              </a:ext>
            </a:extLst>
          </p:cNvPr>
          <p:cNvSpPr>
            <a:spLocks noGrp="1"/>
          </p:cNvSpPr>
          <p:nvPr>
            <p:ph type="ftr" sz="quarter" idx="10"/>
          </p:nvPr>
        </p:nvSpPr>
        <p:spPr>
          <a:xfrm>
            <a:off x="4038600" y="6356350"/>
            <a:ext cx="4114800" cy="365125"/>
          </a:xfrm>
          <a:prstGeom prst="rect">
            <a:avLst/>
          </a:prstGeom>
        </p:spPr>
        <p:txBody>
          <a:bodyPr/>
          <a:lstStyle/>
          <a:p>
            <a:r>
              <a:rPr lang="en-US"/>
              <a:t>© Adam Frisbee | @adam_frisbee | adamfrisbee.com</a:t>
            </a:r>
            <a:endParaRPr lang="en-US" dirty="0"/>
          </a:p>
        </p:txBody>
      </p:sp>
      <p:sp>
        <p:nvSpPr>
          <p:cNvPr id="6" name="Text Placeholder 5">
            <a:extLst>
              <a:ext uri="{FF2B5EF4-FFF2-40B4-BE49-F238E27FC236}">
                <a16:creationId xmlns:a16="http://schemas.microsoft.com/office/drawing/2014/main" id="{85365446-4B13-6043-A402-9D36961BC5B4}"/>
              </a:ext>
            </a:extLst>
          </p:cNvPr>
          <p:cNvSpPr>
            <a:spLocks noGrp="1"/>
          </p:cNvSpPr>
          <p:nvPr>
            <p:ph type="body" sz="quarter" idx="11" hasCustomPrompt="1"/>
          </p:nvPr>
        </p:nvSpPr>
        <p:spPr>
          <a:xfrm>
            <a:off x="841248" y="987552"/>
            <a:ext cx="10351008" cy="4700015"/>
          </a:xfrm>
        </p:spPr>
        <p:txBody>
          <a:bodyPr>
            <a:normAutofit/>
          </a:bodyPr>
          <a:lstStyle>
            <a:lvl1pPr marL="0" indent="0" algn="ctr">
              <a:buNone/>
              <a:defRPr sz="5400" b="1" i="1">
                <a:ln>
                  <a:solidFill>
                    <a:sysClr val="windowText" lastClr="000000"/>
                  </a:solidFill>
                </a:ln>
                <a:solidFill>
                  <a:schemeClr val="bg1"/>
                </a:solidFill>
                <a:latin typeface="Stone Sans" pitchFamily="2" charset="0"/>
              </a:defRPr>
            </a:lvl1pPr>
            <a:lvl2pPr marL="457200" indent="0">
              <a:buNone/>
              <a:defRPr sz="4800" b="1" i="0">
                <a:ln>
                  <a:solidFill>
                    <a:sysClr val="windowText" lastClr="000000"/>
                  </a:solidFill>
                </a:ln>
                <a:solidFill>
                  <a:schemeClr val="bg1"/>
                </a:solidFill>
                <a:latin typeface="Stone Sans Semi Bold" pitchFamily="2" charset="0"/>
              </a:defRPr>
            </a:lvl2pPr>
            <a:lvl3pPr marL="914400" indent="0">
              <a:buNone/>
              <a:defRPr sz="4400" b="1" i="0">
                <a:ln>
                  <a:solidFill>
                    <a:sysClr val="windowText" lastClr="000000"/>
                  </a:solidFill>
                </a:ln>
                <a:solidFill>
                  <a:schemeClr val="bg1"/>
                </a:solidFill>
                <a:latin typeface="Stone Sans Semi Bold" pitchFamily="2" charset="0"/>
              </a:defRPr>
            </a:lvl3pPr>
            <a:lvl4pPr marL="1371600" indent="0">
              <a:buNone/>
              <a:defRPr sz="4000" b="1" i="0">
                <a:ln>
                  <a:solidFill>
                    <a:sysClr val="windowText" lastClr="000000"/>
                  </a:solidFill>
                </a:ln>
                <a:solidFill>
                  <a:schemeClr val="bg1"/>
                </a:solidFill>
                <a:latin typeface="Stone Sans Semi Bold" pitchFamily="2" charset="0"/>
              </a:defRPr>
            </a:lvl4pPr>
            <a:lvl5pPr marL="1828800" indent="0">
              <a:buNone/>
              <a:defRPr sz="4000" b="1" i="0">
                <a:ln>
                  <a:solidFill>
                    <a:sysClr val="windowText" lastClr="000000"/>
                  </a:solidFill>
                </a:ln>
                <a:solidFill>
                  <a:schemeClr val="bg1"/>
                </a:solidFill>
                <a:latin typeface="Stone Sans Semi Bold" pitchFamily="2" charset="0"/>
              </a:defRPr>
            </a:lvl5pPr>
          </a:lstStyle>
          <a:p>
            <a:pPr lvl="0"/>
            <a:r>
              <a:rPr lang="en-US" dirty="0"/>
              <a:t>Quote or important statement</a:t>
            </a:r>
          </a:p>
        </p:txBody>
      </p:sp>
    </p:spTree>
    <p:extLst>
      <p:ext uri="{BB962C8B-B14F-4D97-AF65-F5344CB8AC3E}">
        <p14:creationId xmlns:p14="http://schemas.microsoft.com/office/powerpoint/2010/main" val="3982752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Content">
    <p:spTree>
      <p:nvGrpSpPr>
        <p:cNvPr id="1" name=""/>
        <p:cNvGrpSpPr/>
        <p:nvPr/>
      </p:nvGrpSpPr>
      <p:grpSpPr>
        <a:xfrm>
          <a:off x="0" y="0"/>
          <a:ext cx="0" cy="0"/>
          <a:chOff x="0" y="0"/>
          <a:chExt cx="0" cy="0"/>
        </a:xfrm>
      </p:grpSpPr>
      <p:sp>
        <p:nvSpPr>
          <p:cNvPr id="5" name="Alternate Process 4">
            <a:extLst>
              <a:ext uri="{FF2B5EF4-FFF2-40B4-BE49-F238E27FC236}">
                <a16:creationId xmlns:a16="http://schemas.microsoft.com/office/drawing/2014/main" id="{4666EEEB-C914-A74E-86A1-6D8990F4D36F}"/>
              </a:ext>
            </a:extLst>
          </p:cNvPr>
          <p:cNvSpPr/>
          <p:nvPr userDrawn="1"/>
        </p:nvSpPr>
        <p:spPr>
          <a:xfrm>
            <a:off x="2327562" y="850034"/>
            <a:ext cx="3373582" cy="2189018"/>
          </a:xfrm>
          <a:prstGeom prst="flowChartAlternateProcess">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Oxygen" panose="02000503000000000000" pitchFamily="2" charset="77"/>
            </a:endParaRPr>
          </a:p>
        </p:txBody>
      </p:sp>
      <p:sp>
        <p:nvSpPr>
          <p:cNvPr id="6" name="Alternate Process 5">
            <a:extLst>
              <a:ext uri="{FF2B5EF4-FFF2-40B4-BE49-F238E27FC236}">
                <a16:creationId xmlns:a16="http://schemas.microsoft.com/office/drawing/2014/main" id="{F463DE26-BBA2-E949-B1DF-9FEAA575A61B}"/>
              </a:ext>
            </a:extLst>
          </p:cNvPr>
          <p:cNvSpPr/>
          <p:nvPr userDrawn="1"/>
        </p:nvSpPr>
        <p:spPr>
          <a:xfrm>
            <a:off x="6096000" y="850034"/>
            <a:ext cx="3373582" cy="2189018"/>
          </a:xfrm>
          <a:prstGeom prst="flowChartAlternateProcess">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Oxygen" panose="02000503000000000000" pitchFamily="2" charset="77"/>
            </a:endParaRPr>
          </a:p>
        </p:txBody>
      </p:sp>
      <p:sp>
        <p:nvSpPr>
          <p:cNvPr id="7" name="Alternate Process 6">
            <a:extLst>
              <a:ext uri="{FF2B5EF4-FFF2-40B4-BE49-F238E27FC236}">
                <a16:creationId xmlns:a16="http://schemas.microsoft.com/office/drawing/2014/main" id="{AA7FC81F-033C-2F42-93DF-9E1DEC14944E}"/>
              </a:ext>
            </a:extLst>
          </p:cNvPr>
          <p:cNvSpPr/>
          <p:nvPr userDrawn="1"/>
        </p:nvSpPr>
        <p:spPr>
          <a:xfrm>
            <a:off x="2327562" y="3387436"/>
            <a:ext cx="3373582" cy="2189018"/>
          </a:xfrm>
          <a:prstGeom prst="flowChartAlternate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Oxygen" panose="02000503000000000000" pitchFamily="2" charset="77"/>
            </a:endParaRPr>
          </a:p>
        </p:txBody>
      </p:sp>
      <p:sp>
        <p:nvSpPr>
          <p:cNvPr id="8" name="Alternate Process 7">
            <a:extLst>
              <a:ext uri="{FF2B5EF4-FFF2-40B4-BE49-F238E27FC236}">
                <a16:creationId xmlns:a16="http://schemas.microsoft.com/office/drawing/2014/main" id="{BA435837-85DE-2540-8C77-CD287F6E3F4B}"/>
              </a:ext>
            </a:extLst>
          </p:cNvPr>
          <p:cNvSpPr/>
          <p:nvPr userDrawn="1"/>
        </p:nvSpPr>
        <p:spPr>
          <a:xfrm>
            <a:off x="6096000" y="3429000"/>
            <a:ext cx="3373582" cy="2189018"/>
          </a:xfrm>
          <a:prstGeom prst="flowChartAlternateProcess">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Oxygen" panose="02000503000000000000" pitchFamily="2" charset="77"/>
            </a:endParaRPr>
          </a:p>
        </p:txBody>
      </p:sp>
      <p:sp>
        <p:nvSpPr>
          <p:cNvPr id="4" name="Content Placeholder 3">
            <a:extLst>
              <a:ext uri="{FF2B5EF4-FFF2-40B4-BE49-F238E27FC236}">
                <a16:creationId xmlns:a16="http://schemas.microsoft.com/office/drawing/2014/main" id="{A2C91DAC-3F4A-494B-A6AB-8E9DFAB9D3A4}"/>
              </a:ext>
            </a:extLst>
          </p:cNvPr>
          <p:cNvSpPr>
            <a:spLocks noGrp="1"/>
          </p:cNvSpPr>
          <p:nvPr>
            <p:ph sz="quarter" idx="11"/>
          </p:nvPr>
        </p:nvSpPr>
        <p:spPr>
          <a:xfrm>
            <a:off x="2667125" y="986172"/>
            <a:ext cx="2742949" cy="1829217"/>
          </a:xfrm>
        </p:spPr>
        <p:txBody>
          <a:bodyPr anchor="ctr"/>
          <a:lstStyle>
            <a:lvl1pPr marL="0" indent="0" algn="ctr">
              <a:buNone/>
              <a:defRPr/>
            </a:lvl1pPr>
          </a:lstStyle>
          <a:p>
            <a:pPr lvl="0"/>
            <a:r>
              <a:rPr lang="en-US"/>
              <a:t>Click to edit Master text styles</a:t>
            </a:r>
          </a:p>
        </p:txBody>
      </p:sp>
      <p:sp>
        <p:nvSpPr>
          <p:cNvPr id="10" name="Content Placeholder 9">
            <a:extLst>
              <a:ext uri="{FF2B5EF4-FFF2-40B4-BE49-F238E27FC236}">
                <a16:creationId xmlns:a16="http://schemas.microsoft.com/office/drawing/2014/main" id="{9C76BA22-3F87-DD49-B688-5E68CE02A060}"/>
              </a:ext>
            </a:extLst>
          </p:cNvPr>
          <p:cNvSpPr>
            <a:spLocks noGrp="1"/>
          </p:cNvSpPr>
          <p:nvPr>
            <p:ph sz="quarter" idx="12"/>
          </p:nvPr>
        </p:nvSpPr>
        <p:spPr>
          <a:xfrm>
            <a:off x="6414826" y="1006836"/>
            <a:ext cx="2735930" cy="1875414"/>
          </a:xfrm>
        </p:spPr>
        <p:txBody>
          <a:bodyPr anchor="ctr"/>
          <a:lstStyle>
            <a:lvl1pPr marL="0" indent="0" algn="ctr">
              <a:buNone/>
              <a:defRPr/>
            </a:lvl1pPr>
          </a:lstStyle>
          <a:p>
            <a:pPr lvl="0"/>
            <a:r>
              <a:rPr lang="en-US"/>
              <a:t>Click to edit Master text styles</a:t>
            </a:r>
          </a:p>
        </p:txBody>
      </p:sp>
      <p:sp>
        <p:nvSpPr>
          <p:cNvPr id="12" name="Content Placeholder 11">
            <a:extLst>
              <a:ext uri="{FF2B5EF4-FFF2-40B4-BE49-F238E27FC236}">
                <a16:creationId xmlns:a16="http://schemas.microsoft.com/office/drawing/2014/main" id="{1BCAA612-59BE-5E45-98CB-F57F83E71DEB}"/>
              </a:ext>
            </a:extLst>
          </p:cNvPr>
          <p:cNvSpPr>
            <a:spLocks noGrp="1"/>
          </p:cNvSpPr>
          <p:nvPr>
            <p:ph sz="quarter" idx="13"/>
          </p:nvPr>
        </p:nvSpPr>
        <p:spPr>
          <a:xfrm>
            <a:off x="2642816" y="3604563"/>
            <a:ext cx="2743074" cy="1837891"/>
          </a:xfrm>
        </p:spPr>
        <p:txBody>
          <a:bodyPr anchor="ctr"/>
          <a:lstStyle>
            <a:lvl1pPr marL="0" indent="0" algn="ctr">
              <a:buNone/>
              <a:defRPr/>
            </a:lvl1pPr>
          </a:lstStyle>
          <a:p>
            <a:pPr lvl="0"/>
            <a:r>
              <a:rPr lang="en-US"/>
              <a:t>Click to edit Master text styles</a:t>
            </a:r>
          </a:p>
        </p:txBody>
      </p:sp>
      <p:sp>
        <p:nvSpPr>
          <p:cNvPr id="13" name="Content Placeholder 11">
            <a:extLst>
              <a:ext uri="{FF2B5EF4-FFF2-40B4-BE49-F238E27FC236}">
                <a16:creationId xmlns:a16="http://schemas.microsoft.com/office/drawing/2014/main" id="{B9939F36-7AC5-974D-953E-FEEC0B20B312}"/>
              </a:ext>
            </a:extLst>
          </p:cNvPr>
          <p:cNvSpPr>
            <a:spLocks noGrp="1"/>
          </p:cNvSpPr>
          <p:nvPr>
            <p:ph sz="quarter" idx="14"/>
          </p:nvPr>
        </p:nvSpPr>
        <p:spPr>
          <a:xfrm>
            <a:off x="6414826" y="3636092"/>
            <a:ext cx="2743074" cy="1837891"/>
          </a:xfrm>
        </p:spPr>
        <p:txBody>
          <a:bodyPr anchor="ctr"/>
          <a:lstStyle>
            <a:lvl1pPr marL="0" indent="0" algn="ctr">
              <a:buNone/>
              <a:defRPr/>
            </a:lvl1pPr>
          </a:lstStyle>
          <a:p>
            <a:pPr lvl="0"/>
            <a:r>
              <a:rPr lang="en-US"/>
              <a:t>Click to edit Master text styles</a:t>
            </a:r>
          </a:p>
        </p:txBody>
      </p:sp>
    </p:spTree>
    <p:extLst>
      <p:ext uri="{BB962C8B-B14F-4D97-AF65-F5344CB8AC3E}">
        <p14:creationId xmlns:p14="http://schemas.microsoft.com/office/powerpoint/2010/main" val="1528289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nodePh="1">
                                  <p:stCondLst>
                                    <p:cond delay="0"/>
                                  </p:stCondLst>
                                  <p:endCondLst>
                                    <p:cond evt="begin" delay="0">
                                      <p:tn val="7"/>
                                    </p:cond>
                                  </p:endCondLst>
                                  <p:childTnLst>
                                    <p:set>
                                      <p:cBhvr>
                                        <p:cTn id="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nodePh="1">
                                  <p:stCondLst>
                                    <p:cond delay="0"/>
                                  </p:stCondLst>
                                  <p:endCondLst>
                                    <p:cond evt="begin" delay="0">
                                      <p:tn val="13"/>
                                    </p:cond>
                                  </p:endCondLst>
                                  <p:childTnLst>
                                    <p:set>
                                      <p:cBhvr>
                                        <p:cTn id="14"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nodePh="1">
                                  <p:stCondLst>
                                    <p:cond delay="0"/>
                                  </p:stCondLst>
                                  <p:endCondLst>
                                    <p:cond evt="begin" delay="0">
                                      <p:tn val="19"/>
                                    </p:cond>
                                  </p:endCondLst>
                                  <p:childTnLst>
                                    <p:set>
                                      <p:cBhvr>
                                        <p:cTn id="2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nodePh="1">
                                  <p:stCondLst>
                                    <p:cond delay="0"/>
                                  </p:stCondLst>
                                  <p:endCondLst>
                                    <p:cond evt="begin" delay="0">
                                      <p:tn val="25"/>
                                    </p:cond>
                                  </p:endCondLst>
                                  <p:childTnLst>
                                    <p:set>
                                      <p:cBhvr>
                                        <p:cTn id="2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4" grpId="0" build="p">
        <p:tmplLst>
          <p:tmpl lvl="1">
            <p:tnLst>
              <p:par>
                <p:cTn presetID="1" presetClass="entr" presetSubtype="0" fill="hold" nodeType="withEffect" nodePh="1">
                  <p:stCondLst>
                    <p:cond delay="0"/>
                  </p:stCondLst>
                  <p:endCondLst>
                    <p:cond delay="0"/>
                  </p:endCondLst>
                  <p:childTnLst>
                    <p:set>
                      <p:cBhvr>
                        <p:cTn dur="1" fill="hold">
                          <p:stCondLst>
                            <p:cond delay="0"/>
                          </p:stCondLst>
                        </p:cTn>
                        <p:tgtEl>
                          <p:spTgt spid="4"/>
                        </p:tgtEl>
                        <p:attrNameLst>
                          <p:attrName>style.visibility</p:attrName>
                        </p:attrNameLst>
                      </p:cBhvr>
                      <p:to>
                        <p:strVal val="visible"/>
                      </p:to>
                    </p:set>
                  </p:childTnLst>
                </p:cTn>
              </p:par>
            </p:tnLst>
          </p:tmpl>
        </p:tmplLst>
      </p:bldP>
      <p:bldP spid="10" grpId="0" build="p">
        <p:tmplLst>
          <p:tmpl lvl="1">
            <p:tnLst>
              <p:par>
                <p:cTn presetID="1" presetClass="entr" presetSubtype="0" fill="hold" nodeType="withEffect" nodePh="1">
                  <p:stCondLst>
                    <p:cond delay="0"/>
                  </p:stCondLst>
                  <p:endCondLst>
                    <p:cond delay="0"/>
                  </p:endCondLst>
                  <p:childTnLst>
                    <p:set>
                      <p:cBhvr>
                        <p:cTn dur="1" fill="hold">
                          <p:stCondLst>
                            <p:cond delay="0"/>
                          </p:stCondLst>
                        </p:cTn>
                        <p:tgtEl>
                          <p:spTgt spid="10"/>
                        </p:tgtEl>
                        <p:attrNameLst>
                          <p:attrName>style.visibility</p:attrName>
                        </p:attrNameLst>
                      </p:cBhvr>
                      <p:to>
                        <p:strVal val="visible"/>
                      </p:to>
                    </p:set>
                  </p:childTnLst>
                </p:cTn>
              </p:par>
            </p:tnLst>
          </p:tmpl>
        </p:tmplLst>
      </p:bldP>
      <p:bldP spid="12" grpId="0" build="p">
        <p:tmplLst>
          <p:tmpl lvl="1">
            <p:tnLst>
              <p:par>
                <p:cTn presetID="1" presetClass="entr" presetSubtype="0" fill="hold" nodeType="withEffect" nodePh="1">
                  <p:stCondLst>
                    <p:cond delay="0"/>
                  </p:stCondLst>
                  <p:endCondLst>
                    <p:cond delay="0"/>
                  </p:endCondLst>
                  <p:childTnLst>
                    <p:set>
                      <p:cBhvr>
                        <p:cTn dur="1" fill="hold">
                          <p:stCondLst>
                            <p:cond delay="0"/>
                          </p:stCondLst>
                        </p:cTn>
                        <p:tgtEl>
                          <p:spTgt spid="12"/>
                        </p:tgtEl>
                        <p:attrNameLst>
                          <p:attrName>style.visibility</p:attrName>
                        </p:attrNameLst>
                      </p:cBhvr>
                      <p:to>
                        <p:strVal val="visible"/>
                      </p:to>
                    </p:set>
                  </p:childTnLst>
                </p:cTn>
              </p:par>
            </p:tnLst>
          </p:tmpl>
        </p:tmplLst>
      </p:bldP>
      <p:bldP spid="13" grpId="0" build="p">
        <p:tmplLst>
          <p:tmpl lvl="1">
            <p:tnLst>
              <p:par>
                <p:cTn presetID="1" presetClass="entr" presetSubtype="0" fill="hold" nodeType="withEffect" nodePh="1">
                  <p:stCondLst>
                    <p:cond delay="0"/>
                  </p:stCondLst>
                  <p:endCondLst>
                    <p:cond delay="0"/>
                  </p:endCondLst>
                  <p:childTnLst>
                    <p:set>
                      <p:cBhvr>
                        <p:cTn dur="1" fill="hold">
                          <p:stCondLst>
                            <p:cond delay="0"/>
                          </p:stCondLst>
                        </p:cTn>
                        <p:tgtEl>
                          <p:spTgt spid="13"/>
                        </p:tgtEl>
                        <p:attrNameLst>
                          <p:attrName>style.visibility</p:attrName>
                        </p:attrNameLst>
                      </p:cBhvr>
                      <p:to>
                        <p:strVal val="visible"/>
                      </p:to>
                    </p:set>
                  </p:childTnLst>
                </p:cTn>
              </p:par>
            </p:tnLst>
          </p:tmpl>
        </p:tmplLst>
      </p:bldP>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 Content">
    <p:spTree>
      <p:nvGrpSpPr>
        <p:cNvPr id="1" name=""/>
        <p:cNvGrpSpPr/>
        <p:nvPr/>
      </p:nvGrpSpPr>
      <p:grpSpPr>
        <a:xfrm>
          <a:off x="0" y="0"/>
          <a:ext cx="0" cy="0"/>
          <a:chOff x="0" y="0"/>
          <a:chExt cx="0" cy="0"/>
        </a:xfrm>
      </p:grpSpPr>
      <p:sp>
        <p:nvSpPr>
          <p:cNvPr id="5" name="Alternate Process 4">
            <a:extLst>
              <a:ext uri="{FF2B5EF4-FFF2-40B4-BE49-F238E27FC236}">
                <a16:creationId xmlns:a16="http://schemas.microsoft.com/office/drawing/2014/main" id="{94528BF1-24A0-084B-8165-8471852AE3DD}"/>
              </a:ext>
            </a:extLst>
          </p:cNvPr>
          <p:cNvSpPr/>
          <p:nvPr userDrawn="1"/>
        </p:nvSpPr>
        <p:spPr>
          <a:xfrm>
            <a:off x="2303315" y="1040356"/>
            <a:ext cx="3373582" cy="2189018"/>
          </a:xfrm>
          <a:prstGeom prst="flowChartAlternateProcess">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Font typeface="Arial" panose="020B0604020202020204" pitchFamily="34" charset="0"/>
              <a:buNone/>
            </a:pPr>
            <a:endParaRPr lang="en-US" dirty="0">
              <a:solidFill>
                <a:schemeClr val="bg1"/>
              </a:solidFill>
              <a:latin typeface="Oxygen" panose="02000503000000000000" pitchFamily="2" charset="77"/>
            </a:endParaRPr>
          </a:p>
        </p:txBody>
      </p:sp>
      <p:sp>
        <p:nvSpPr>
          <p:cNvPr id="6" name="Alternate Process 5">
            <a:extLst>
              <a:ext uri="{FF2B5EF4-FFF2-40B4-BE49-F238E27FC236}">
                <a16:creationId xmlns:a16="http://schemas.microsoft.com/office/drawing/2014/main" id="{A1D83379-1D56-6647-B550-DA8F051CA50A}"/>
              </a:ext>
            </a:extLst>
          </p:cNvPr>
          <p:cNvSpPr/>
          <p:nvPr userDrawn="1"/>
        </p:nvSpPr>
        <p:spPr>
          <a:xfrm>
            <a:off x="6199787" y="1017938"/>
            <a:ext cx="3373582" cy="2189018"/>
          </a:xfrm>
          <a:prstGeom prst="flowChartAlternate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Font typeface="Arial" panose="020B0604020202020204" pitchFamily="34" charset="0"/>
              <a:buNone/>
            </a:pPr>
            <a:endParaRPr lang="en-US" dirty="0">
              <a:solidFill>
                <a:schemeClr val="tx1"/>
              </a:solidFill>
              <a:latin typeface="Oxygen" panose="02000503000000000000" pitchFamily="2" charset="77"/>
            </a:endParaRPr>
          </a:p>
        </p:txBody>
      </p:sp>
      <p:sp>
        <p:nvSpPr>
          <p:cNvPr id="8" name="Alternate Process 7">
            <a:extLst>
              <a:ext uri="{FF2B5EF4-FFF2-40B4-BE49-F238E27FC236}">
                <a16:creationId xmlns:a16="http://schemas.microsoft.com/office/drawing/2014/main" id="{0D5EAA7C-6739-4D4C-992C-FA10EB2F4BFB}"/>
              </a:ext>
            </a:extLst>
          </p:cNvPr>
          <p:cNvSpPr/>
          <p:nvPr userDrawn="1"/>
        </p:nvSpPr>
        <p:spPr>
          <a:xfrm>
            <a:off x="616524" y="3583421"/>
            <a:ext cx="3373582" cy="2189018"/>
          </a:xfrm>
          <a:prstGeom prst="flowChartAlternateProcess">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Font typeface="Arial" panose="020B0604020202020204" pitchFamily="34" charset="0"/>
              <a:buNone/>
            </a:pPr>
            <a:endParaRPr lang="en-US" dirty="0">
              <a:latin typeface="Oxygen" panose="02000503000000000000" pitchFamily="2" charset="77"/>
            </a:endParaRPr>
          </a:p>
        </p:txBody>
      </p:sp>
      <p:sp>
        <p:nvSpPr>
          <p:cNvPr id="9" name="Alternate Process 8">
            <a:extLst>
              <a:ext uri="{FF2B5EF4-FFF2-40B4-BE49-F238E27FC236}">
                <a16:creationId xmlns:a16="http://schemas.microsoft.com/office/drawing/2014/main" id="{B4155194-9C9D-F442-B65D-B730CB78CA9C}"/>
              </a:ext>
            </a:extLst>
          </p:cNvPr>
          <p:cNvSpPr/>
          <p:nvPr userDrawn="1"/>
        </p:nvSpPr>
        <p:spPr>
          <a:xfrm>
            <a:off x="4384962" y="3624985"/>
            <a:ext cx="3373582" cy="2189018"/>
          </a:xfrm>
          <a:prstGeom prst="flowChartAlternateProcess">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Font typeface="Arial" panose="020B0604020202020204" pitchFamily="34" charset="0"/>
              <a:buNone/>
            </a:pPr>
            <a:endParaRPr lang="en-US" dirty="0">
              <a:latin typeface="Oxygen" panose="02000503000000000000" pitchFamily="2" charset="77"/>
            </a:endParaRPr>
          </a:p>
        </p:txBody>
      </p:sp>
      <p:sp>
        <p:nvSpPr>
          <p:cNvPr id="10" name="Alternate Process 9">
            <a:extLst>
              <a:ext uri="{FF2B5EF4-FFF2-40B4-BE49-F238E27FC236}">
                <a16:creationId xmlns:a16="http://schemas.microsoft.com/office/drawing/2014/main" id="{AB548219-D065-ED4C-9301-CC61B321533C}"/>
              </a:ext>
            </a:extLst>
          </p:cNvPr>
          <p:cNvSpPr/>
          <p:nvPr userDrawn="1"/>
        </p:nvSpPr>
        <p:spPr>
          <a:xfrm>
            <a:off x="8153400" y="3646777"/>
            <a:ext cx="3373582" cy="2189018"/>
          </a:xfrm>
          <a:prstGeom prst="flowChartAlternateProcess">
            <a:avLst/>
          </a:prstGeom>
          <a:solidFill>
            <a:srgbClr val="7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Font typeface="Arial" panose="020B0604020202020204" pitchFamily="34" charset="0"/>
              <a:buNone/>
            </a:pPr>
            <a:endParaRPr lang="en-US" dirty="0">
              <a:solidFill>
                <a:schemeClr val="bg1"/>
              </a:solidFill>
              <a:latin typeface="Oxygen" panose="02000503000000000000" pitchFamily="2" charset="77"/>
            </a:endParaRPr>
          </a:p>
        </p:txBody>
      </p:sp>
      <p:sp>
        <p:nvSpPr>
          <p:cNvPr id="2" name="Footer Placeholder 1">
            <a:extLst>
              <a:ext uri="{FF2B5EF4-FFF2-40B4-BE49-F238E27FC236}">
                <a16:creationId xmlns:a16="http://schemas.microsoft.com/office/drawing/2014/main" id="{3E35B505-D991-4043-AB16-9BFDB178D577}"/>
              </a:ext>
            </a:extLst>
          </p:cNvPr>
          <p:cNvSpPr>
            <a:spLocks noGrp="1"/>
          </p:cNvSpPr>
          <p:nvPr>
            <p:ph type="ftr" sz="quarter" idx="10"/>
          </p:nvPr>
        </p:nvSpPr>
        <p:spPr>
          <a:xfrm>
            <a:off x="4038600" y="6356350"/>
            <a:ext cx="4114800" cy="365125"/>
          </a:xfrm>
          <a:prstGeom prst="rect">
            <a:avLst/>
          </a:prstGeom>
        </p:spPr>
        <p:txBody>
          <a:bodyPr/>
          <a:lstStyle/>
          <a:p>
            <a:r>
              <a:rPr lang="en-US"/>
              <a:t>© Adam Frisbee | @adam_frisbee | adamfrisbee.com</a:t>
            </a:r>
            <a:endParaRPr lang="en-US" dirty="0"/>
          </a:p>
        </p:txBody>
      </p:sp>
      <p:sp>
        <p:nvSpPr>
          <p:cNvPr id="11" name="Content Placeholder 3">
            <a:extLst>
              <a:ext uri="{FF2B5EF4-FFF2-40B4-BE49-F238E27FC236}">
                <a16:creationId xmlns:a16="http://schemas.microsoft.com/office/drawing/2014/main" id="{61C857C5-2E6E-CA45-8BAC-A34FD78F1BBE}"/>
              </a:ext>
            </a:extLst>
          </p:cNvPr>
          <p:cNvSpPr>
            <a:spLocks noGrp="1"/>
          </p:cNvSpPr>
          <p:nvPr>
            <p:ph sz="quarter" idx="11"/>
          </p:nvPr>
        </p:nvSpPr>
        <p:spPr>
          <a:xfrm>
            <a:off x="2618631" y="1201471"/>
            <a:ext cx="2742949" cy="1829217"/>
          </a:xfrm>
        </p:spPr>
        <p:txBody>
          <a:bodyPr anchor="ctr"/>
          <a:lstStyle>
            <a:lvl1pPr marL="0" indent="0" algn="ctr">
              <a:buNone/>
              <a:defRPr/>
            </a:lvl1pPr>
          </a:lstStyle>
          <a:p>
            <a:pPr lvl="0"/>
            <a:r>
              <a:rPr lang="en-US"/>
              <a:t>Click to edit Master text styles</a:t>
            </a:r>
          </a:p>
        </p:txBody>
      </p:sp>
      <p:sp>
        <p:nvSpPr>
          <p:cNvPr id="12" name="Content Placeholder 3">
            <a:extLst>
              <a:ext uri="{FF2B5EF4-FFF2-40B4-BE49-F238E27FC236}">
                <a16:creationId xmlns:a16="http://schemas.microsoft.com/office/drawing/2014/main" id="{2DEE0D91-43F7-6A4E-BF91-92630B0E5217}"/>
              </a:ext>
            </a:extLst>
          </p:cNvPr>
          <p:cNvSpPr>
            <a:spLocks noGrp="1"/>
          </p:cNvSpPr>
          <p:nvPr>
            <p:ph sz="quarter" idx="12"/>
          </p:nvPr>
        </p:nvSpPr>
        <p:spPr>
          <a:xfrm>
            <a:off x="6515103" y="1202851"/>
            <a:ext cx="2742949" cy="1829217"/>
          </a:xfrm>
        </p:spPr>
        <p:txBody>
          <a:bodyPr anchor="ctr"/>
          <a:lstStyle>
            <a:lvl1pPr marL="0" indent="0" algn="ctr">
              <a:buNone/>
              <a:defRPr/>
            </a:lvl1pPr>
          </a:lstStyle>
          <a:p>
            <a:pPr lvl="0"/>
            <a:r>
              <a:rPr lang="en-US"/>
              <a:t>Click to edit Master text styles</a:t>
            </a:r>
          </a:p>
        </p:txBody>
      </p:sp>
      <p:sp>
        <p:nvSpPr>
          <p:cNvPr id="14" name="Content Placeholder 3">
            <a:extLst>
              <a:ext uri="{FF2B5EF4-FFF2-40B4-BE49-F238E27FC236}">
                <a16:creationId xmlns:a16="http://schemas.microsoft.com/office/drawing/2014/main" id="{D670588A-10CD-E446-B90D-10F9497865A1}"/>
              </a:ext>
            </a:extLst>
          </p:cNvPr>
          <p:cNvSpPr>
            <a:spLocks noGrp="1"/>
          </p:cNvSpPr>
          <p:nvPr>
            <p:ph sz="quarter" idx="14"/>
          </p:nvPr>
        </p:nvSpPr>
        <p:spPr>
          <a:xfrm>
            <a:off x="918963" y="3802864"/>
            <a:ext cx="2742949" cy="1829217"/>
          </a:xfrm>
        </p:spPr>
        <p:txBody>
          <a:bodyPr anchor="ctr"/>
          <a:lstStyle>
            <a:lvl1pPr marL="0" indent="0" algn="ctr">
              <a:buNone/>
              <a:defRPr/>
            </a:lvl1pPr>
          </a:lstStyle>
          <a:p>
            <a:pPr lvl="0"/>
            <a:r>
              <a:rPr lang="en-US"/>
              <a:t>Click to edit Master text styles</a:t>
            </a:r>
          </a:p>
        </p:txBody>
      </p:sp>
      <p:sp>
        <p:nvSpPr>
          <p:cNvPr id="15" name="Content Placeholder 3">
            <a:extLst>
              <a:ext uri="{FF2B5EF4-FFF2-40B4-BE49-F238E27FC236}">
                <a16:creationId xmlns:a16="http://schemas.microsoft.com/office/drawing/2014/main" id="{096BF265-C4FA-6B4D-9936-A99B910A7E77}"/>
              </a:ext>
            </a:extLst>
          </p:cNvPr>
          <p:cNvSpPr>
            <a:spLocks noGrp="1"/>
          </p:cNvSpPr>
          <p:nvPr>
            <p:ph sz="quarter" idx="15"/>
          </p:nvPr>
        </p:nvSpPr>
        <p:spPr>
          <a:xfrm>
            <a:off x="4700277" y="3827312"/>
            <a:ext cx="2742949" cy="1829217"/>
          </a:xfrm>
        </p:spPr>
        <p:txBody>
          <a:bodyPr anchor="ctr"/>
          <a:lstStyle>
            <a:lvl1pPr marL="0" indent="0" algn="ctr">
              <a:buNone/>
              <a:defRPr/>
            </a:lvl1pPr>
          </a:lstStyle>
          <a:p>
            <a:pPr lvl="0"/>
            <a:r>
              <a:rPr lang="en-US"/>
              <a:t>Click to edit Master text styles</a:t>
            </a:r>
          </a:p>
        </p:txBody>
      </p:sp>
      <p:sp>
        <p:nvSpPr>
          <p:cNvPr id="16" name="Content Placeholder 3">
            <a:extLst>
              <a:ext uri="{FF2B5EF4-FFF2-40B4-BE49-F238E27FC236}">
                <a16:creationId xmlns:a16="http://schemas.microsoft.com/office/drawing/2014/main" id="{57EA36B0-A5DC-E14B-8B5C-72944CEF1A48}"/>
              </a:ext>
            </a:extLst>
          </p:cNvPr>
          <p:cNvSpPr>
            <a:spLocks noGrp="1"/>
          </p:cNvSpPr>
          <p:nvPr>
            <p:ph sz="quarter" idx="16"/>
          </p:nvPr>
        </p:nvSpPr>
        <p:spPr>
          <a:xfrm>
            <a:off x="8456810" y="3826677"/>
            <a:ext cx="2742949" cy="1829217"/>
          </a:xfrm>
        </p:spPr>
        <p:txBody>
          <a:bodyPr anchor="ctr"/>
          <a:lstStyle>
            <a:lvl1pPr marL="0" indent="0" algn="ctr">
              <a:buNone/>
              <a:defRPr/>
            </a:lvl1pPr>
          </a:lstStyle>
          <a:p>
            <a:pPr lvl="0"/>
            <a:r>
              <a:rPr lang="en-US"/>
              <a:t>Click to edit Master text styles</a:t>
            </a:r>
          </a:p>
        </p:txBody>
      </p:sp>
    </p:spTree>
    <p:extLst>
      <p:ext uri="{BB962C8B-B14F-4D97-AF65-F5344CB8AC3E}">
        <p14:creationId xmlns:p14="http://schemas.microsoft.com/office/powerpoint/2010/main" val="825689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nodePh="1">
                                  <p:stCondLst>
                                    <p:cond delay="0"/>
                                  </p:stCondLst>
                                  <p:endCondLst>
                                    <p:cond evt="begin" delay="0">
                                      <p:tn val="7"/>
                                    </p:cond>
                                  </p:endCondLst>
                                  <p:childTnLst>
                                    <p:set>
                                      <p:cBhvr>
                                        <p:cTn id="8"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nodePh="1">
                                  <p:stCondLst>
                                    <p:cond delay="0"/>
                                  </p:stCondLst>
                                  <p:endCondLst>
                                    <p:cond evt="begin" delay="0">
                                      <p:tn val="13"/>
                                    </p:cond>
                                  </p:endCondLst>
                                  <p:childTnLst>
                                    <p:set>
                                      <p:cBhvr>
                                        <p:cTn id="14"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nodePh="1">
                                  <p:stCondLst>
                                    <p:cond delay="0"/>
                                  </p:stCondLst>
                                  <p:endCondLst>
                                    <p:cond evt="begin" delay="0">
                                      <p:tn val="19"/>
                                    </p:cond>
                                  </p:endCondLst>
                                  <p:childTnLst>
                                    <p:set>
                                      <p:cBhvr>
                                        <p:cTn id="20"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nodePh="1">
                                  <p:stCondLst>
                                    <p:cond delay="0"/>
                                  </p:stCondLst>
                                  <p:endCondLst>
                                    <p:cond evt="begin" delay="0">
                                      <p:tn val="25"/>
                                    </p:cond>
                                  </p:endCondLst>
                                  <p:childTnLst>
                                    <p:set>
                                      <p:cBhvr>
                                        <p:cTn id="2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grpId="0" nodeType="withEffect" nodePh="1">
                                  <p:stCondLst>
                                    <p:cond delay="0"/>
                                  </p:stCondLst>
                                  <p:endCondLst>
                                    <p:cond evt="begin" delay="0">
                                      <p:tn val="31"/>
                                    </p:cond>
                                  </p:endCondLst>
                                  <p:childTnLst>
                                    <p:set>
                                      <p:cBhvr>
                                        <p:cTn id="32"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0" grpId="0" animBg="1"/>
      <p:bldP spid="11" grpId="0" build="p">
        <p:tmplLst>
          <p:tmpl lvl="1">
            <p:tnLst>
              <p:par>
                <p:cTn presetID="1" presetClass="entr" presetSubtype="0" fill="hold" nodeType="withEffect" nodePh="1">
                  <p:stCondLst>
                    <p:cond delay="0"/>
                  </p:stCondLst>
                  <p:endCondLst>
                    <p:cond delay="0"/>
                  </p:endCondLst>
                  <p:childTnLst>
                    <p:set>
                      <p:cBhvr>
                        <p:cTn dur="1" fill="hold">
                          <p:stCondLst>
                            <p:cond delay="0"/>
                          </p:stCondLst>
                        </p:cTn>
                        <p:tgtEl>
                          <p:spTgt spid="11"/>
                        </p:tgtEl>
                        <p:attrNameLst>
                          <p:attrName>style.visibility</p:attrName>
                        </p:attrNameLst>
                      </p:cBhvr>
                      <p:to>
                        <p:strVal val="visible"/>
                      </p:to>
                    </p:set>
                  </p:childTnLst>
                </p:cTn>
              </p:par>
            </p:tnLst>
          </p:tmpl>
        </p:tmplLst>
      </p:bldP>
      <p:bldP spid="12" grpId="0" build="p">
        <p:tmplLst>
          <p:tmpl lvl="1">
            <p:tnLst>
              <p:par>
                <p:cTn presetID="1" presetClass="entr" presetSubtype="0" fill="hold" nodeType="withEffect" nodePh="1">
                  <p:stCondLst>
                    <p:cond delay="0"/>
                  </p:stCondLst>
                  <p:endCondLst>
                    <p:cond delay="0"/>
                  </p:endCondLst>
                  <p:childTnLst>
                    <p:set>
                      <p:cBhvr>
                        <p:cTn dur="1" fill="hold">
                          <p:stCondLst>
                            <p:cond delay="0"/>
                          </p:stCondLst>
                        </p:cTn>
                        <p:tgtEl>
                          <p:spTgt spid="12"/>
                        </p:tgtEl>
                        <p:attrNameLst>
                          <p:attrName>style.visibility</p:attrName>
                        </p:attrNameLst>
                      </p:cBhvr>
                      <p:to>
                        <p:strVal val="visible"/>
                      </p:to>
                    </p:set>
                  </p:childTnLst>
                </p:cTn>
              </p:par>
            </p:tnLst>
          </p:tmpl>
        </p:tmplLst>
      </p:bldP>
      <p:bldP spid="14" grpId="0" build="p">
        <p:tmplLst>
          <p:tmpl lvl="1">
            <p:tnLst>
              <p:par>
                <p:cTn presetID="1" presetClass="entr" presetSubtype="0" fill="hold" nodeType="withEffect" nodePh="1">
                  <p:stCondLst>
                    <p:cond delay="0"/>
                  </p:stCondLst>
                  <p:endCondLst>
                    <p:cond delay="0"/>
                  </p:endCondLst>
                  <p:childTnLst>
                    <p:set>
                      <p:cBhvr>
                        <p:cTn dur="1" fill="hold">
                          <p:stCondLst>
                            <p:cond delay="0"/>
                          </p:stCondLst>
                        </p:cTn>
                        <p:tgtEl>
                          <p:spTgt spid="14"/>
                        </p:tgtEl>
                        <p:attrNameLst>
                          <p:attrName>style.visibility</p:attrName>
                        </p:attrNameLst>
                      </p:cBhvr>
                      <p:to>
                        <p:strVal val="visible"/>
                      </p:to>
                    </p:set>
                  </p:childTnLst>
                </p:cTn>
              </p:par>
            </p:tnLst>
          </p:tmpl>
        </p:tmplLst>
      </p:bldP>
      <p:bldP spid="15" grpId="0" build="p">
        <p:tmplLst>
          <p:tmpl lvl="1">
            <p:tnLst>
              <p:par>
                <p:cTn presetID="1" presetClass="entr" presetSubtype="0" fill="hold" nodeType="withEffect" nodePh="1">
                  <p:stCondLst>
                    <p:cond delay="0"/>
                  </p:stCondLst>
                  <p:endCondLst>
                    <p:cond delay="0"/>
                  </p:endCondLst>
                  <p:childTnLst>
                    <p:set>
                      <p:cBhvr>
                        <p:cTn dur="1" fill="hold">
                          <p:stCondLst>
                            <p:cond delay="0"/>
                          </p:stCondLst>
                        </p:cTn>
                        <p:tgtEl>
                          <p:spTgt spid="15"/>
                        </p:tgtEl>
                        <p:attrNameLst>
                          <p:attrName>style.visibility</p:attrName>
                        </p:attrNameLst>
                      </p:cBhvr>
                      <p:to>
                        <p:strVal val="visible"/>
                      </p:to>
                    </p:set>
                  </p:childTnLst>
                </p:cTn>
              </p:par>
            </p:tnLst>
          </p:tmpl>
        </p:tmplLst>
      </p:bldP>
      <p:bldP spid="16" grpId="0" build="p">
        <p:tmplLst>
          <p:tmpl lvl="1">
            <p:tnLst>
              <p:par>
                <p:cTn presetID="1" presetClass="entr" presetSubtype="0" fill="hold" nodeType="withEffect" nodePh="1">
                  <p:stCondLst>
                    <p:cond delay="0"/>
                  </p:stCondLst>
                  <p:endCondLst>
                    <p:cond delay="0"/>
                  </p:endCondLst>
                  <p:childTnLst>
                    <p:set>
                      <p:cBhvr>
                        <p:cTn dur="1" fill="hold">
                          <p:stCondLst>
                            <p:cond delay="0"/>
                          </p:stCondLst>
                        </p:cTn>
                        <p:tgtEl>
                          <p:spTgt spid="16"/>
                        </p:tgtEl>
                        <p:attrNameLst>
                          <p:attrName>style.visibility</p:attrName>
                        </p:attrNameLst>
                      </p:cBhvr>
                      <p:to>
                        <p:strVal val="visible"/>
                      </p:to>
                    </p:set>
                  </p:childTnLst>
                </p:cTn>
              </p:par>
            </p:tnLst>
          </p:tmpl>
        </p:tmplLst>
      </p:bldP>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 Content">
    <p:spTree>
      <p:nvGrpSpPr>
        <p:cNvPr id="1" name=""/>
        <p:cNvGrpSpPr/>
        <p:nvPr/>
      </p:nvGrpSpPr>
      <p:grpSpPr>
        <a:xfrm>
          <a:off x="0" y="0"/>
          <a:ext cx="0" cy="0"/>
          <a:chOff x="0" y="0"/>
          <a:chExt cx="0" cy="0"/>
        </a:xfrm>
      </p:grpSpPr>
      <p:sp>
        <p:nvSpPr>
          <p:cNvPr id="5" name="Alternate Process 4">
            <a:extLst>
              <a:ext uri="{FF2B5EF4-FFF2-40B4-BE49-F238E27FC236}">
                <a16:creationId xmlns:a16="http://schemas.microsoft.com/office/drawing/2014/main" id="{94528BF1-24A0-084B-8165-8471852AE3DD}"/>
              </a:ext>
            </a:extLst>
          </p:cNvPr>
          <p:cNvSpPr/>
          <p:nvPr userDrawn="1"/>
        </p:nvSpPr>
        <p:spPr>
          <a:xfrm>
            <a:off x="616524" y="1046019"/>
            <a:ext cx="3373582" cy="2189018"/>
          </a:xfrm>
          <a:prstGeom prst="flowChartAlternateProcess">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Font typeface="Arial" panose="020B0604020202020204" pitchFamily="34" charset="0"/>
              <a:buNone/>
            </a:pPr>
            <a:endParaRPr lang="en-US" dirty="0">
              <a:solidFill>
                <a:schemeClr val="bg1"/>
              </a:solidFill>
              <a:latin typeface="Oxygen" panose="02000503000000000000" pitchFamily="2" charset="77"/>
            </a:endParaRPr>
          </a:p>
        </p:txBody>
      </p:sp>
      <p:sp>
        <p:nvSpPr>
          <p:cNvPr id="6" name="Alternate Process 5">
            <a:extLst>
              <a:ext uri="{FF2B5EF4-FFF2-40B4-BE49-F238E27FC236}">
                <a16:creationId xmlns:a16="http://schemas.microsoft.com/office/drawing/2014/main" id="{A1D83379-1D56-6647-B550-DA8F051CA50A}"/>
              </a:ext>
            </a:extLst>
          </p:cNvPr>
          <p:cNvSpPr/>
          <p:nvPr userDrawn="1"/>
        </p:nvSpPr>
        <p:spPr>
          <a:xfrm>
            <a:off x="4384962" y="1046019"/>
            <a:ext cx="3373582" cy="2189018"/>
          </a:xfrm>
          <a:prstGeom prst="flowChartAlternateProcess">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Font typeface="Arial" panose="020B0604020202020204" pitchFamily="34" charset="0"/>
              <a:buNone/>
            </a:pPr>
            <a:endParaRPr lang="en-US" dirty="0">
              <a:solidFill>
                <a:schemeClr val="tx1"/>
              </a:solidFill>
              <a:latin typeface="Oxygen" panose="02000503000000000000" pitchFamily="2" charset="77"/>
            </a:endParaRPr>
          </a:p>
        </p:txBody>
      </p:sp>
      <p:sp>
        <p:nvSpPr>
          <p:cNvPr id="7" name="Alternate Process 6">
            <a:extLst>
              <a:ext uri="{FF2B5EF4-FFF2-40B4-BE49-F238E27FC236}">
                <a16:creationId xmlns:a16="http://schemas.microsoft.com/office/drawing/2014/main" id="{1DC68079-980D-2D49-84FF-E58DD0653228}"/>
              </a:ext>
            </a:extLst>
          </p:cNvPr>
          <p:cNvSpPr/>
          <p:nvPr userDrawn="1"/>
        </p:nvSpPr>
        <p:spPr>
          <a:xfrm>
            <a:off x="8153400" y="1046019"/>
            <a:ext cx="3373582" cy="2189018"/>
          </a:xfrm>
          <a:prstGeom prst="flowChartAlternateProcess">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Font typeface="Arial" panose="020B0604020202020204" pitchFamily="34" charset="0"/>
              <a:buNone/>
            </a:pPr>
            <a:endParaRPr lang="en-US" dirty="0">
              <a:solidFill>
                <a:schemeClr val="tx1"/>
              </a:solidFill>
              <a:latin typeface="Oxygen" panose="02000503000000000000" pitchFamily="2" charset="77"/>
            </a:endParaRPr>
          </a:p>
        </p:txBody>
      </p:sp>
      <p:sp>
        <p:nvSpPr>
          <p:cNvPr id="8" name="Alternate Process 7">
            <a:extLst>
              <a:ext uri="{FF2B5EF4-FFF2-40B4-BE49-F238E27FC236}">
                <a16:creationId xmlns:a16="http://schemas.microsoft.com/office/drawing/2014/main" id="{0D5EAA7C-6739-4D4C-992C-FA10EB2F4BFB}"/>
              </a:ext>
            </a:extLst>
          </p:cNvPr>
          <p:cNvSpPr/>
          <p:nvPr userDrawn="1"/>
        </p:nvSpPr>
        <p:spPr>
          <a:xfrm>
            <a:off x="616524" y="3583421"/>
            <a:ext cx="3373582" cy="2189018"/>
          </a:xfrm>
          <a:prstGeom prst="flowChartAlternateProcess">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Font typeface="Arial" panose="020B0604020202020204" pitchFamily="34" charset="0"/>
              <a:buNone/>
            </a:pPr>
            <a:endParaRPr lang="en-US" dirty="0">
              <a:latin typeface="Oxygen" panose="02000503000000000000" pitchFamily="2" charset="77"/>
            </a:endParaRPr>
          </a:p>
        </p:txBody>
      </p:sp>
      <p:sp>
        <p:nvSpPr>
          <p:cNvPr id="9" name="Alternate Process 8">
            <a:extLst>
              <a:ext uri="{FF2B5EF4-FFF2-40B4-BE49-F238E27FC236}">
                <a16:creationId xmlns:a16="http://schemas.microsoft.com/office/drawing/2014/main" id="{B4155194-9C9D-F442-B65D-B730CB78CA9C}"/>
              </a:ext>
            </a:extLst>
          </p:cNvPr>
          <p:cNvSpPr/>
          <p:nvPr userDrawn="1"/>
        </p:nvSpPr>
        <p:spPr>
          <a:xfrm>
            <a:off x="4384962" y="3624985"/>
            <a:ext cx="3373582" cy="2189018"/>
          </a:xfrm>
          <a:prstGeom prst="flowChartAlternateProcess">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Font typeface="Arial" panose="020B0604020202020204" pitchFamily="34" charset="0"/>
              <a:buNone/>
            </a:pPr>
            <a:endParaRPr lang="en-US" dirty="0">
              <a:latin typeface="Oxygen" panose="02000503000000000000" pitchFamily="2" charset="77"/>
            </a:endParaRPr>
          </a:p>
        </p:txBody>
      </p:sp>
      <p:sp>
        <p:nvSpPr>
          <p:cNvPr id="10" name="Alternate Process 9">
            <a:extLst>
              <a:ext uri="{FF2B5EF4-FFF2-40B4-BE49-F238E27FC236}">
                <a16:creationId xmlns:a16="http://schemas.microsoft.com/office/drawing/2014/main" id="{AB548219-D065-ED4C-9301-CC61B321533C}"/>
              </a:ext>
            </a:extLst>
          </p:cNvPr>
          <p:cNvSpPr/>
          <p:nvPr userDrawn="1"/>
        </p:nvSpPr>
        <p:spPr>
          <a:xfrm>
            <a:off x="8153400" y="3646777"/>
            <a:ext cx="3373582" cy="2189018"/>
          </a:xfrm>
          <a:prstGeom prst="flowChartAlternateProcess">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Font typeface="Arial" panose="020B0604020202020204" pitchFamily="34" charset="0"/>
              <a:buNone/>
            </a:pPr>
            <a:endParaRPr lang="en-US" dirty="0">
              <a:solidFill>
                <a:schemeClr val="bg1"/>
              </a:solidFill>
              <a:latin typeface="Oxygen" panose="02000503000000000000" pitchFamily="2" charset="77"/>
            </a:endParaRPr>
          </a:p>
        </p:txBody>
      </p:sp>
      <p:sp>
        <p:nvSpPr>
          <p:cNvPr id="2" name="Footer Placeholder 1">
            <a:extLst>
              <a:ext uri="{FF2B5EF4-FFF2-40B4-BE49-F238E27FC236}">
                <a16:creationId xmlns:a16="http://schemas.microsoft.com/office/drawing/2014/main" id="{3E35B505-D991-4043-AB16-9BFDB178D577}"/>
              </a:ext>
            </a:extLst>
          </p:cNvPr>
          <p:cNvSpPr>
            <a:spLocks noGrp="1"/>
          </p:cNvSpPr>
          <p:nvPr>
            <p:ph type="ftr" sz="quarter" idx="10"/>
          </p:nvPr>
        </p:nvSpPr>
        <p:spPr>
          <a:xfrm>
            <a:off x="4038600" y="6356350"/>
            <a:ext cx="4114800" cy="365125"/>
          </a:xfrm>
          <a:prstGeom prst="rect">
            <a:avLst/>
          </a:prstGeom>
        </p:spPr>
        <p:txBody>
          <a:bodyPr/>
          <a:lstStyle/>
          <a:p>
            <a:r>
              <a:rPr lang="en-US"/>
              <a:t>© Adam Frisbee | @adam_frisbee | adamfrisbee.com</a:t>
            </a:r>
            <a:endParaRPr lang="en-US" dirty="0"/>
          </a:p>
        </p:txBody>
      </p:sp>
      <p:sp>
        <p:nvSpPr>
          <p:cNvPr id="11" name="Content Placeholder 3">
            <a:extLst>
              <a:ext uri="{FF2B5EF4-FFF2-40B4-BE49-F238E27FC236}">
                <a16:creationId xmlns:a16="http://schemas.microsoft.com/office/drawing/2014/main" id="{61C857C5-2E6E-CA45-8BAC-A34FD78F1BBE}"/>
              </a:ext>
            </a:extLst>
          </p:cNvPr>
          <p:cNvSpPr>
            <a:spLocks noGrp="1"/>
          </p:cNvSpPr>
          <p:nvPr>
            <p:ph sz="quarter" idx="11"/>
          </p:nvPr>
        </p:nvSpPr>
        <p:spPr>
          <a:xfrm>
            <a:off x="931840" y="1225919"/>
            <a:ext cx="2742949" cy="1829217"/>
          </a:xfrm>
        </p:spPr>
        <p:txBody>
          <a:bodyPr anchor="ctr"/>
          <a:lstStyle>
            <a:lvl1pPr marL="0" indent="0" algn="ctr">
              <a:buNone/>
              <a:defRPr/>
            </a:lvl1pPr>
          </a:lstStyle>
          <a:p>
            <a:pPr lvl="0"/>
            <a:r>
              <a:rPr lang="en-US"/>
              <a:t>Click to edit Master text styles</a:t>
            </a:r>
          </a:p>
        </p:txBody>
      </p:sp>
      <p:sp>
        <p:nvSpPr>
          <p:cNvPr id="12" name="Content Placeholder 3">
            <a:extLst>
              <a:ext uri="{FF2B5EF4-FFF2-40B4-BE49-F238E27FC236}">
                <a16:creationId xmlns:a16="http://schemas.microsoft.com/office/drawing/2014/main" id="{2DEE0D91-43F7-6A4E-BF91-92630B0E5217}"/>
              </a:ext>
            </a:extLst>
          </p:cNvPr>
          <p:cNvSpPr>
            <a:spLocks noGrp="1"/>
          </p:cNvSpPr>
          <p:nvPr>
            <p:ph sz="quarter" idx="12"/>
          </p:nvPr>
        </p:nvSpPr>
        <p:spPr>
          <a:xfrm>
            <a:off x="4700278" y="1225919"/>
            <a:ext cx="2742949" cy="1829217"/>
          </a:xfrm>
        </p:spPr>
        <p:txBody>
          <a:bodyPr anchor="ctr"/>
          <a:lstStyle>
            <a:lvl1pPr marL="0" indent="0" algn="ctr">
              <a:buNone/>
              <a:defRPr/>
            </a:lvl1pPr>
          </a:lstStyle>
          <a:p>
            <a:pPr lvl="0"/>
            <a:r>
              <a:rPr lang="en-US"/>
              <a:t>Click to edit Master text styles</a:t>
            </a:r>
          </a:p>
        </p:txBody>
      </p:sp>
      <p:sp>
        <p:nvSpPr>
          <p:cNvPr id="13" name="Content Placeholder 3">
            <a:extLst>
              <a:ext uri="{FF2B5EF4-FFF2-40B4-BE49-F238E27FC236}">
                <a16:creationId xmlns:a16="http://schemas.microsoft.com/office/drawing/2014/main" id="{63793AE6-AD07-F145-8E5E-7F61BE48EA88}"/>
              </a:ext>
            </a:extLst>
          </p:cNvPr>
          <p:cNvSpPr>
            <a:spLocks noGrp="1"/>
          </p:cNvSpPr>
          <p:nvPr>
            <p:ph sz="quarter" idx="13"/>
          </p:nvPr>
        </p:nvSpPr>
        <p:spPr>
          <a:xfrm>
            <a:off x="8468716" y="1225918"/>
            <a:ext cx="2742949" cy="1829217"/>
          </a:xfrm>
        </p:spPr>
        <p:txBody>
          <a:bodyPr anchor="ctr"/>
          <a:lstStyle>
            <a:lvl1pPr marL="0" indent="0" algn="ctr">
              <a:buNone/>
              <a:defRPr/>
            </a:lvl1pPr>
          </a:lstStyle>
          <a:p>
            <a:pPr lvl="0"/>
            <a:r>
              <a:rPr lang="en-US"/>
              <a:t>Click to edit Master text styles</a:t>
            </a:r>
          </a:p>
        </p:txBody>
      </p:sp>
      <p:sp>
        <p:nvSpPr>
          <p:cNvPr id="14" name="Content Placeholder 3">
            <a:extLst>
              <a:ext uri="{FF2B5EF4-FFF2-40B4-BE49-F238E27FC236}">
                <a16:creationId xmlns:a16="http://schemas.microsoft.com/office/drawing/2014/main" id="{D670588A-10CD-E446-B90D-10F9497865A1}"/>
              </a:ext>
            </a:extLst>
          </p:cNvPr>
          <p:cNvSpPr>
            <a:spLocks noGrp="1"/>
          </p:cNvSpPr>
          <p:nvPr>
            <p:ph sz="quarter" idx="14"/>
          </p:nvPr>
        </p:nvSpPr>
        <p:spPr>
          <a:xfrm>
            <a:off x="918963" y="3802864"/>
            <a:ext cx="2742949" cy="1829217"/>
          </a:xfrm>
        </p:spPr>
        <p:txBody>
          <a:bodyPr anchor="ctr"/>
          <a:lstStyle>
            <a:lvl1pPr marL="0" indent="0" algn="ctr">
              <a:buNone/>
              <a:defRPr/>
            </a:lvl1pPr>
          </a:lstStyle>
          <a:p>
            <a:pPr lvl="0"/>
            <a:r>
              <a:rPr lang="en-US"/>
              <a:t>Click to edit Master text styles</a:t>
            </a:r>
          </a:p>
        </p:txBody>
      </p:sp>
      <p:sp>
        <p:nvSpPr>
          <p:cNvPr id="15" name="Content Placeholder 3">
            <a:extLst>
              <a:ext uri="{FF2B5EF4-FFF2-40B4-BE49-F238E27FC236}">
                <a16:creationId xmlns:a16="http://schemas.microsoft.com/office/drawing/2014/main" id="{096BF265-C4FA-6B4D-9936-A99B910A7E77}"/>
              </a:ext>
            </a:extLst>
          </p:cNvPr>
          <p:cNvSpPr>
            <a:spLocks noGrp="1"/>
          </p:cNvSpPr>
          <p:nvPr>
            <p:ph sz="quarter" idx="15"/>
          </p:nvPr>
        </p:nvSpPr>
        <p:spPr>
          <a:xfrm>
            <a:off x="4700277" y="3827312"/>
            <a:ext cx="2742949" cy="1829217"/>
          </a:xfrm>
        </p:spPr>
        <p:txBody>
          <a:bodyPr anchor="ctr"/>
          <a:lstStyle>
            <a:lvl1pPr marL="0" indent="0" algn="ctr">
              <a:buNone/>
              <a:defRPr/>
            </a:lvl1pPr>
          </a:lstStyle>
          <a:p>
            <a:pPr lvl="0"/>
            <a:r>
              <a:rPr lang="en-US"/>
              <a:t>Click to edit Master text styles</a:t>
            </a:r>
          </a:p>
        </p:txBody>
      </p:sp>
      <p:sp>
        <p:nvSpPr>
          <p:cNvPr id="16" name="Content Placeholder 3">
            <a:extLst>
              <a:ext uri="{FF2B5EF4-FFF2-40B4-BE49-F238E27FC236}">
                <a16:creationId xmlns:a16="http://schemas.microsoft.com/office/drawing/2014/main" id="{57EA36B0-A5DC-E14B-8B5C-72944CEF1A48}"/>
              </a:ext>
            </a:extLst>
          </p:cNvPr>
          <p:cNvSpPr>
            <a:spLocks noGrp="1"/>
          </p:cNvSpPr>
          <p:nvPr>
            <p:ph sz="quarter" idx="16"/>
          </p:nvPr>
        </p:nvSpPr>
        <p:spPr>
          <a:xfrm>
            <a:off x="8456810" y="3826677"/>
            <a:ext cx="2742949" cy="1829217"/>
          </a:xfrm>
        </p:spPr>
        <p:txBody>
          <a:bodyPr anchor="ctr"/>
          <a:lstStyle>
            <a:lvl1pPr marL="0" indent="0" algn="ctr">
              <a:buNone/>
              <a:defRPr/>
            </a:lvl1pPr>
          </a:lstStyle>
          <a:p>
            <a:pPr lvl="0"/>
            <a:r>
              <a:rPr lang="en-US"/>
              <a:t>Click to edit Master text styles</a:t>
            </a:r>
          </a:p>
        </p:txBody>
      </p:sp>
    </p:spTree>
    <p:extLst>
      <p:ext uri="{BB962C8B-B14F-4D97-AF65-F5344CB8AC3E}">
        <p14:creationId xmlns:p14="http://schemas.microsoft.com/office/powerpoint/2010/main" val="3054308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nodePh="1">
                                  <p:stCondLst>
                                    <p:cond delay="0"/>
                                  </p:stCondLst>
                                  <p:endCondLst>
                                    <p:cond evt="begin" delay="0">
                                      <p:tn val="7"/>
                                    </p:cond>
                                  </p:endCondLst>
                                  <p:childTnLst>
                                    <p:set>
                                      <p:cBhvr>
                                        <p:cTn id="8"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nodePh="1">
                                  <p:stCondLst>
                                    <p:cond delay="0"/>
                                  </p:stCondLst>
                                  <p:endCondLst>
                                    <p:cond evt="begin" delay="0">
                                      <p:tn val="13"/>
                                    </p:cond>
                                  </p:endCondLst>
                                  <p:childTnLst>
                                    <p:set>
                                      <p:cBhvr>
                                        <p:cTn id="14"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nodePh="1">
                                  <p:stCondLst>
                                    <p:cond delay="0"/>
                                  </p:stCondLst>
                                  <p:endCondLst>
                                    <p:cond evt="begin" delay="0">
                                      <p:tn val="19"/>
                                    </p:cond>
                                  </p:endCondLst>
                                  <p:childTnLst>
                                    <p:set>
                                      <p:cBhvr>
                                        <p:cTn id="20"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nodePh="1">
                                  <p:stCondLst>
                                    <p:cond delay="0"/>
                                  </p:stCondLst>
                                  <p:endCondLst>
                                    <p:cond evt="begin" delay="0">
                                      <p:tn val="25"/>
                                    </p:cond>
                                  </p:endCondLst>
                                  <p:childTnLst>
                                    <p:set>
                                      <p:cBhvr>
                                        <p:cTn id="2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par>
                                <p:cTn id="31" presetID="1" presetClass="entr" presetSubtype="0" fill="hold" grpId="0" nodeType="withEffect" nodePh="1">
                                  <p:stCondLst>
                                    <p:cond delay="0"/>
                                  </p:stCondLst>
                                  <p:endCondLst>
                                    <p:cond evt="begin" delay="0">
                                      <p:tn val="31"/>
                                    </p:cond>
                                  </p:endCondLst>
                                  <p:childTnLst>
                                    <p:set>
                                      <p:cBhvr>
                                        <p:cTn id="3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par>
                                <p:cTn id="37" presetID="1" presetClass="entr" presetSubtype="0" fill="hold" grpId="0" nodeType="withEffect" nodePh="1">
                                  <p:stCondLst>
                                    <p:cond delay="0"/>
                                  </p:stCondLst>
                                  <p:endCondLst>
                                    <p:cond evt="begin" delay="0">
                                      <p:tn val="37"/>
                                    </p:cond>
                                  </p:endCondLst>
                                  <p:childTnLst>
                                    <p:set>
                                      <p:cBhvr>
                                        <p:cTn id="38"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build="p">
        <p:tmplLst>
          <p:tmpl lvl="1">
            <p:tnLst>
              <p:par>
                <p:cTn presetID="1" presetClass="entr" presetSubtype="0" fill="hold" nodeType="withEffect" nodePh="1">
                  <p:stCondLst>
                    <p:cond delay="0"/>
                  </p:stCondLst>
                  <p:endCondLst>
                    <p:cond delay="0"/>
                  </p:endCondLst>
                  <p:childTnLst>
                    <p:set>
                      <p:cBhvr>
                        <p:cTn dur="1" fill="hold">
                          <p:stCondLst>
                            <p:cond delay="0"/>
                          </p:stCondLst>
                        </p:cTn>
                        <p:tgtEl>
                          <p:spTgt spid="11"/>
                        </p:tgtEl>
                        <p:attrNameLst>
                          <p:attrName>style.visibility</p:attrName>
                        </p:attrNameLst>
                      </p:cBhvr>
                      <p:to>
                        <p:strVal val="visible"/>
                      </p:to>
                    </p:set>
                  </p:childTnLst>
                </p:cTn>
              </p:par>
            </p:tnLst>
          </p:tmpl>
        </p:tmplLst>
      </p:bldP>
      <p:bldP spid="12" grpId="0" build="p">
        <p:tmplLst>
          <p:tmpl lvl="1">
            <p:tnLst>
              <p:par>
                <p:cTn presetID="1" presetClass="entr" presetSubtype="0" fill="hold" nodeType="withEffect" nodePh="1">
                  <p:stCondLst>
                    <p:cond delay="0"/>
                  </p:stCondLst>
                  <p:endCondLst>
                    <p:cond delay="0"/>
                  </p:endCondLst>
                  <p:childTnLst>
                    <p:set>
                      <p:cBhvr>
                        <p:cTn dur="1" fill="hold">
                          <p:stCondLst>
                            <p:cond delay="0"/>
                          </p:stCondLst>
                        </p:cTn>
                        <p:tgtEl>
                          <p:spTgt spid="12"/>
                        </p:tgtEl>
                        <p:attrNameLst>
                          <p:attrName>style.visibility</p:attrName>
                        </p:attrNameLst>
                      </p:cBhvr>
                      <p:to>
                        <p:strVal val="visible"/>
                      </p:to>
                    </p:set>
                  </p:childTnLst>
                </p:cTn>
              </p:par>
            </p:tnLst>
          </p:tmpl>
        </p:tmplLst>
      </p:bldP>
      <p:bldP spid="13" grpId="0" build="p">
        <p:tmplLst>
          <p:tmpl lvl="1">
            <p:tnLst>
              <p:par>
                <p:cTn presetID="1" presetClass="entr" presetSubtype="0" fill="hold" nodeType="withEffect" nodePh="1">
                  <p:stCondLst>
                    <p:cond delay="0"/>
                  </p:stCondLst>
                  <p:endCondLst>
                    <p:cond delay="0"/>
                  </p:endCondLst>
                  <p:childTnLst>
                    <p:set>
                      <p:cBhvr>
                        <p:cTn dur="1" fill="hold">
                          <p:stCondLst>
                            <p:cond delay="0"/>
                          </p:stCondLst>
                        </p:cTn>
                        <p:tgtEl>
                          <p:spTgt spid="13"/>
                        </p:tgtEl>
                        <p:attrNameLst>
                          <p:attrName>style.visibility</p:attrName>
                        </p:attrNameLst>
                      </p:cBhvr>
                      <p:to>
                        <p:strVal val="visible"/>
                      </p:to>
                    </p:set>
                  </p:childTnLst>
                </p:cTn>
              </p:par>
            </p:tnLst>
          </p:tmpl>
        </p:tmplLst>
      </p:bldP>
      <p:bldP spid="14" grpId="0" build="p">
        <p:tmplLst>
          <p:tmpl lvl="1">
            <p:tnLst>
              <p:par>
                <p:cTn presetID="1" presetClass="entr" presetSubtype="0" fill="hold" nodeType="withEffect" nodePh="1">
                  <p:stCondLst>
                    <p:cond delay="0"/>
                  </p:stCondLst>
                  <p:endCondLst>
                    <p:cond delay="0"/>
                  </p:endCondLst>
                  <p:childTnLst>
                    <p:set>
                      <p:cBhvr>
                        <p:cTn dur="1" fill="hold">
                          <p:stCondLst>
                            <p:cond delay="0"/>
                          </p:stCondLst>
                        </p:cTn>
                        <p:tgtEl>
                          <p:spTgt spid="14"/>
                        </p:tgtEl>
                        <p:attrNameLst>
                          <p:attrName>style.visibility</p:attrName>
                        </p:attrNameLst>
                      </p:cBhvr>
                      <p:to>
                        <p:strVal val="visible"/>
                      </p:to>
                    </p:set>
                  </p:childTnLst>
                </p:cTn>
              </p:par>
            </p:tnLst>
          </p:tmpl>
        </p:tmplLst>
      </p:bldP>
      <p:bldP spid="15" grpId="0" build="p">
        <p:tmplLst>
          <p:tmpl lvl="1">
            <p:tnLst>
              <p:par>
                <p:cTn presetID="1" presetClass="entr" presetSubtype="0" fill="hold" nodeType="withEffect" nodePh="1">
                  <p:stCondLst>
                    <p:cond delay="0"/>
                  </p:stCondLst>
                  <p:endCondLst>
                    <p:cond delay="0"/>
                  </p:endCondLst>
                  <p:childTnLst>
                    <p:set>
                      <p:cBhvr>
                        <p:cTn dur="1" fill="hold">
                          <p:stCondLst>
                            <p:cond delay="0"/>
                          </p:stCondLst>
                        </p:cTn>
                        <p:tgtEl>
                          <p:spTgt spid="15"/>
                        </p:tgtEl>
                        <p:attrNameLst>
                          <p:attrName>style.visibility</p:attrName>
                        </p:attrNameLst>
                      </p:cBhvr>
                      <p:to>
                        <p:strVal val="visible"/>
                      </p:to>
                    </p:set>
                  </p:childTnLst>
                </p:cTn>
              </p:par>
            </p:tnLst>
          </p:tmpl>
        </p:tmplLst>
      </p:bldP>
      <p:bldP spid="16" grpId="0" build="p">
        <p:tmplLst>
          <p:tmpl lvl="1">
            <p:tnLst>
              <p:par>
                <p:cTn presetID="1" presetClass="entr" presetSubtype="0" fill="hold" nodeType="withEffect" nodePh="1">
                  <p:stCondLst>
                    <p:cond delay="0"/>
                  </p:stCondLst>
                  <p:endCondLst>
                    <p:cond delay="0"/>
                  </p:endCondLst>
                  <p:childTnLst>
                    <p:set>
                      <p:cBhvr>
                        <p:cTn dur="1" fill="hold">
                          <p:stCondLst>
                            <p:cond delay="0"/>
                          </p:stCondLst>
                        </p:cTn>
                        <p:tgtEl>
                          <p:spTgt spid="16"/>
                        </p:tgtEl>
                        <p:attrNameLst>
                          <p:attrName>style.visibility</p:attrName>
                        </p:attrNameLst>
                      </p:cBhvr>
                      <p:to>
                        <p:strVal val="visible"/>
                      </p:to>
                    </p:set>
                  </p:childTnLst>
                </p:cTn>
              </p:par>
            </p:tnLst>
          </p:tmpl>
        </p:tmplLst>
      </p:bldP>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940993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emo">
    <p:bg>
      <p:bgPr>
        <a:solidFill>
          <a:schemeClr val="accent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7DAB57A-5E76-4046-B847-5471D0283A8C}"/>
              </a:ext>
            </a:extLst>
          </p:cNvPr>
          <p:cNvPicPr>
            <a:picLocks noChangeAspect="1"/>
          </p:cNvPicPr>
          <p:nvPr userDrawn="1"/>
        </p:nvPicPr>
        <p:blipFill>
          <a:blip r:embed="rId2"/>
          <a:stretch>
            <a:fillRect/>
          </a:stretch>
        </p:blipFill>
        <p:spPr>
          <a:xfrm>
            <a:off x="10585714" y="5084118"/>
            <a:ext cx="1050776" cy="1511643"/>
          </a:xfrm>
          <a:prstGeom prst="rect">
            <a:avLst/>
          </a:prstGeom>
        </p:spPr>
      </p:pic>
      <p:pic>
        <p:nvPicPr>
          <p:cNvPr id="8" name="Picture 7">
            <a:extLst>
              <a:ext uri="{FF2B5EF4-FFF2-40B4-BE49-F238E27FC236}">
                <a16:creationId xmlns:a16="http://schemas.microsoft.com/office/drawing/2014/main" id="{6266A70D-49CF-084A-801F-3D7D157C7AD9}"/>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331982" y="588513"/>
            <a:ext cx="9329614" cy="5113788"/>
          </a:xfrm>
          <a:prstGeom prst="rect">
            <a:avLst/>
          </a:prstGeom>
        </p:spPr>
      </p:pic>
      <p:sp>
        <p:nvSpPr>
          <p:cNvPr id="12" name="Right Arrow 11">
            <a:extLst>
              <a:ext uri="{FF2B5EF4-FFF2-40B4-BE49-F238E27FC236}">
                <a16:creationId xmlns:a16="http://schemas.microsoft.com/office/drawing/2014/main" id="{AC669AC9-358B-6F43-95BF-4C1B76F4AD42}"/>
              </a:ext>
            </a:extLst>
          </p:cNvPr>
          <p:cNvSpPr/>
          <p:nvPr userDrawn="1"/>
        </p:nvSpPr>
        <p:spPr>
          <a:xfrm rot="14242546">
            <a:off x="6937534" y="4067166"/>
            <a:ext cx="641131" cy="484632"/>
          </a:xfrm>
          <a:prstGeom prst="righ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 Placeholder 14">
            <a:extLst>
              <a:ext uri="{FF2B5EF4-FFF2-40B4-BE49-F238E27FC236}">
                <a16:creationId xmlns:a16="http://schemas.microsoft.com/office/drawing/2014/main" id="{3702EA07-87FF-8342-BF5D-2C4CA89A01E8}"/>
              </a:ext>
            </a:extLst>
          </p:cNvPr>
          <p:cNvSpPr>
            <a:spLocks noGrp="1"/>
          </p:cNvSpPr>
          <p:nvPr>
            <p:ph type="body" sz="quarter" idx="10" hasCustomPrompt="1"/>
          </p:nvPr>
        </p:nvSpPr>
        <p:spPr>
          <a:xfrm>
            <a:off x="1689099" y="1117600"/>
            <a:ext cx="6751516" cy="3708400"/>
          </a:xfrm>
        </p:spPr>
        <p:txBody>
          <a:bodyPr/>
          <a:lstStyle/>
          <a:p>
            <a:pPr lvl="0"/>
            <a:r>
              <a:rPr lang="en-US" dirty="0"/>
              <a:t>In this demo, we will</a:t>
            </a:r>
          </a:p>
          <a:p>
            <a:pPr lvl="1"/>
            <a:r>
              <a:rPr lang="en-US" dirty="0"/>
              <a:t>Do this</a:t>
            </a:r>
          </a:p>
          <a:p>
            <a:pPr lvl="1"/>
            <a:r>
              <a:rPr lang="en-US" dirty="0"/>
              <a:t>Then we will do this</a:t>
            </a:r>
          </a:p>
          <a:p>
            <a:pPr lvl="1"/>
            <a:r>
              <a:rPr lang="en-US" dirty="0"/>
              <a:t>Then we will do this</a:t>
            </a:r>
          </a:p>
        </p:txBody>
      </p:sp>
      <p:sp>
        <p:nvSpPr>
          <p:cNvPr id="16" name="TextBox 15">
            <a:extLst>
              <a:ext uri="{FF2B5EF4-FFF2-40B4-BE49-F238E27FC236}">
                <a16:creationId xmlns:a16="http://schemas.microsoft.com/office/drawing/2014/main" id="{CC263BEA-0CAD-9B41-9F53-790FCB1C0629}"/>
              </a:ext>
            </a:extLst>
          </p:cNvPr>
          <p:cNvSpPr txBox="1"/>
          <p:nvPr userDrawn="1"/>
        </p:nvSpPr>
        <p:spPr>
          <a:xfrm>
            <a:off x="9314289" y="-1107996"/>
            <a:ext cx="2877711" cy="1107996"/>
          </a:xfrm>
          <a:prstGeom prst="rect">
            <a:avLst/>
          </a:prstGeom>
          <a:noFill/>
          <a:effectLst>
            <a:outerShdw blurRad="50800" dist="114300" dir="7020000" algn="t" rotWithShape="0">
              <a:prstClr val="black">
                <a:alpha val="40000"/>
              </a:prstClr>
            </a:outerShdw>
          </a:effectLst>
        </p:spPr>
        <p:txBody>
          <a:bodyPr wrap="non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6600" b="1" i="0" u="none" strike="noStrike" kern="1200" cap="none" spc="0" normalizeH="0" baseline="0" noProof="0" dirty="0">
                <a:ln w="38100">
                  <a:solidFill>
                    <a:sysClr val="windowText" lastClr="000000"/>
                  </a:solidFill>
                </a:ln>
                <a:solidFill>
                  <a:schemeClr val="bg1"/>
                </a:solidFill>
                <a:effectLst/>
                <a:uLnTx/>
                <a:uFillTx/>
                <a:latin typeface="Stone Sans" pitchFamily="2" charset="0"/>
                <a:ea typeface="+mn-ea"/>
                <a:cs typeface="+mn-cs"/>
              </a:rPr>
              <a:t>Demo</a:t>
            </a:r>
            <a:endParaRPr lang="en-US" b="1" dirty="0">
              <a:ln w="38100">
                <a:solidFill>
                  <a:sysClr val="windowText" lastClr="000000"/>
                </a:solidFill>
              </a:ln>
              <a:solidFill>
                <a:schemeClr val="bg1"/>
              </a:solidFill>
              <a:latin typeface="Stone Sans" pitchFamily="2" charset="0"/>
            </a:endParaRPr>
          </a:p>
        </p:txBody>
      </p:sp>
    </p:spTree>
    <p:extLst>
      <p:ext uri="{BB962C8B-B14F-4D97-AF65-F5344CB8AC3E}">
        <p14:creationId xmlns:p14="http://schemas.microsoft.com/office/powerpoint/2010/main" val="1392492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0" presetClass="path" presetSubtype="0" accel="50000" decel="50000" fill="hold" nodeType="clickEffect">
                                  <p:stCondLst>
                                    <p:cond delay="0"/>
                                  </p:stCondLst>
                                  <p:childTnLst>
                                    <p:animMotion origin="layout" path="M 0.00325 -0.01273 C -0.03086 -0.06296 -0.06485 -0.11319 -0.07604 -0.16643 C -0.08711 -0.21991 -0.06354 -0.3331 -0.06354 -0.3331 L -0.06354 -0.3331 " pathEditMode="relative" ptsTypes="AAAA">
                                      <p:cBhvr>
                                        <p:cTn id="14" dur="2000" fill="hold"/>
                                        <p:tgtEl>
                                          <p:spTgt spid="6"/>
                                        </p:tgtEl>
                                        <p:attrNameLst>
                                          <p:attrName>ppt_x</p:attrName>
                                          <p:attrName>ppt_y</p:attrName>
                                        </p:attrNameLst>
                                      </p:cBhvr>
                                    </p:animMotion>
                                  </p:childTnLst>
                                </p:cTn>
                              </p:par>
                              <p:par>
                                <p:cTn id="15" presetID="42" presetClass="path" presetSubtype="0" accel="50000" decel="50000" fill="hold" grpId="0" nodeType="withEffect">
                                  <p:stCondLst>
                                    <p:cond delay="0"/>
                                  </p:stCondLst>
                                  <p:childTnLst>
                                    <p:animMotion origin="layout" path="M -1.04167E-6 -2.96296E-6 L -0.0862 0.29607 " pathEditMode="relative" rAng="0" ptsTypes="AA">
                                      <p:cBhvr>
                                        <p:cTn id="16" dur="1000" fill="hold"/>
                                        <p:tgtEl>
                                          <p:spTgt spid="16"/>
                                        </p:tgtEl>
                                        <p:attrNameLst>
                                          <p:attrName>ppt_x</p:attrName>
                                          <p:attrName>ppt_y</p:attrName>
                                        </p:attrNameLst>
                                      </p:cBhvr>
                                      <p:rCtr x="-4310" y="14792"/>
                                    </p:animMotion>
                                  </p:childTnLst>
                                </p:cTn>
                              </p:par>
                              <p:par>
                                <p:cTn id="17" presetID="0" presetClass="path" presetSubtype="0" accel="50000" decel="50000" fill="hold" grpId="1" nodeType="withEffect">
                                  <p:stCondLst>
                                    <p:cond delay="0"/>
                                  </p:stCondLst>
                                  <p:childTnLst>
                                    <p:animMotion origin="layout" path="M -2.5E-6 -7.40741E-7 C -0.1108 -0.00208 -0.22148 -0.00417 -0.29218 -0.05995 C -0.36302 -0.11597 -0.42474 -0.33565 -0.42474 -0.33542 L -0.42474 -0.33565 L -0.43073 -0.34491 " pathEditMode="relative" rAng="0" ptsTypes="AAAAA">
                                      <p:cBhvr>
                                        <p:cTn id="18" dur="2000" fill="hold"/>
                                        <p:tgtEl>
                                          <p:spTgt spid="12"/>
                                        </p:tgtEl>
                                        <p:attrNameLst>
                                          <p:attrName>ppt_x</p:attrName>
                                          <p:attrName>ppt_y</p:attrName>
                                        </p:attrNameLst>
                                      </p:cBhvr>
                                      <p:rCtr x="-21536" y="-17245"/>
                                    </p:animMotion>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2" nodeType="clickEffect">
                                  <p:stCondLst>
                                    <p:cond delay="0"/>
                                  </p:stCondLst>
                                  <p:childTnLst>
                                    <p:set>
                                      <p:cBhvr>
                                        <p:cTn id="22" dur="1" fill="hold">
                                          <p:stCondLst>
                                            <p:cond delay="0"/>
                                          </p:stCondLst>
                                        </p:cTn>
                                        <p:tgtEl>
                                          <p:spTgt spid="12"/>
                                        </p:tgtEl>
                                        <p:attrNameLst>
                                          <p:attrName>style.visibility</p:attrName>
                                        </p:attrNameLst>
                                      </p:cBhvr>
                                      <p:to>
                                        <p:strVal val="hidden"/>
                                      </p:to>
                                    </p:set>
                                  </p:childTnLst>
                                </p:cTn>
                              </p:par>
                              <p:par>
                                <p:cTn id="23" presetID="9" presetClass="entr" presetSubtype="0" fill="hold" grpId="0" nodeType="withEffect">
                                  <p:stCondLst>
                                    <p:cond delay="0"/>
                                  </p:stCondLst>
                                  <p:childTnLst>
                                    <p:set>
                                      <p:cBhvr>
                                        <p:cTn id="24" dur="1" fill="hold">
                                          <p:stCondLst>
                                            <p:cond delay="0"/>
                                          </p:stCondLst>
                                        </p:cTn>
                                        <p:tgtEl>
                                          <p:spTgt spid="15">
                                            <p:txEl>
                                              <p:pRg st="0" end="0"/>
                                            </p:txEl>
                                          </p:spTgt>
                                        </p:tgtEl>
                                        <p:attrNameLst>
                                          <p:attrName>style.visibility</p:attrName>
                                        </p:attrNameLst>
                                      </p:cBhvr>
                                      <p:to>
                                        <p:strVal val="visible"/>
                                      </p:to>
                                    </p:set>
                                    <p:animEffect transition="in" filter="dissolve">
                                      <p:cBhvr>
                                        <p:cTn id="25" dur="500"/>
                                        <p:tgtEl>
                                          <p:spTgt spid="15">
                                            <p:txEl>
                                              <p:pRg st="0" end="0"/>
                                            </p:txEl>
                                          </p:spTgt>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15">
                                            <p:txEl>
                                              <p:pRg st="1" end="1"/>
                                            </p:txEl>
                                          </p:spTgt>
                                        </p:tgtEl>
                                        <p:attrNameLst>
                                          <p:attrName>style.visibility</p:attrName>
                                        </p:attrNameLst>
                                      </p:cBhvr>
                                      <p:to>
                                        <p:strVal val="visible"/>
                                      </p:to>
                                    </p:set>
                                    <p:animEffect transition="in" filter="dissolve">
                                      <p:cBhvr>
                                        <p:cTn id="28" dur="500"/>
                                        <p:tgtEl>
                                          <p:spTgt spid="15">
                                            <p:txEl>
                                              <p:pRg st="1" end="1"/>
                                            </p:txEl>
                                          </p:spTgt>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15">
                                            <p:txEl>
                                              <p:pRg st="2" end="2"/>
                                            </p:txEl>
                                          </p:spTgt>
                                        </p:tgtEl>
                                        <p:attrNameLst>
                                          <p:attrName>style.visibility</p:attrName>
                                        </p:attrNameLst>
                                      </p:cBhvr>
                                      <p:to>
                                        <p:strVal val="visible"/>
                                      </p:to>
                                    </p:set>
                                    <p:animEffect transition="in" filter="dissolve">
                                      <p:cBhvr>
                                        <p:cTn id="31" dur="500"/>
                                        <p:tgtEl>
                                          <p:spTgt spid="15">
                                            <p:txEl>
                                              <p:pRg st="2" end="2"/>
                                            </p:txEl>
                                          </p:spTgt>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15">
                                            <p:txEl>
                                              <p:pRg st="3" end="3"/>
                                            </p:txEl>
                                          </p:spTgt>
                                        </p:tgtEl>
                                        <p:attrNameLst>
                                          <p:attrName>style.visibility</p:attrName>
                                        </p:attrNameLst>
                                      </p:cBhvr>
                                      <p:to>
                                        <p:strVal val="visible"/>
                                      </p:to>
                                    </p:set>
                                    <p:animEffect transition="in" filter="dissolve">
                                      <p:cBhvr>
                                        <p:cTn id="34" dur="500"/>
                                        <p:tgtEl>
                                          <p:spTgt spid="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2" grpId="1" animBg="1"/>
      <p:bldP spid="12" grpId="2" animBg="1"/>
      <p:bldP spid="15" grpId="0" build="p">
        <p:tmplLst>
          <p:tmpl lvl="1">
            <p:tnLst>
              <p:par>
                <p:cTn presetID="9" presetClass="entr" presetSubtype="0" fill="hold" nodeType="with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dissolve">
                      <p:cBhvr>
                        <p:cTn dur="500"/>
                        <p:tgtEl>
                          <p:spTgt spid="15"/>
                        </p:tgtEl>
                      </p:cBhvr>
                    </p:animEffect>
                  </p:childTnLst>
                </p:cTn>
              </p:par>
            </p:tnLst>
          </p:tmpl>
          <p:tmpl lvl="2">
            <p:tnLst>
              <p:par>
                <p:cTn presetID="9" presetClass="entr" presetSubtype="0" fill="hold" nodeType="with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dissolve">
                      <p:cBhvr>
                        <p:cTn dur="500"/>
                        <p:tgtEl>
                          <p:spTgt spid="15"/>
                        </p:tgtEl>
                      </p:cBhvr>
                    </p:animEffect>
                  </p:childTnLst>
                </p:cTn>
              </p:par>
            </p:tnLst>
          </p:tmpl>
          <p:tmpl lvl="3">
            <p:tnLst>
              <p:par>
                <p:cTn presetID="9" presetClass="entr" presetSubtype="0" fill="hold" nodeType="withEffect">
                  <p:stCondLst>
                    <p:cond delay="500"/>
                  </p:stCondLst>
                  <p:childTnLst>
                    <p:set>
                      <p:cBhvr>
                        <p:cTn dur="1" fill="hold">
                          <p:stCondLst>
                            <p:cond delay="0"/>
                          </p:stCondLst>
                        </p:cTn>
                        <p:tgtEl>
                          <p:spTgt spid="15"/>
                        </p:tgtEl>
                        <p:attrNameLst>
                          <p:attrName>style.visibility</p:attrName>
                        </p:attrNameLst>
                      </p:cBhvr>
                      <p:to>
                        <p:strVal val="visible"/>
                      </p:to>
                    </p:set>
                    <p:animEffect transition="in" filter="dissolve">
                      <p:cBhvr>
                        <p:cTn dur="500"/>
                        <p:tgtEl>
                          <p:spTgt spid="15"/>
                        </p:tgtEl>
                      </p:cBhvr>
                    </p:animEffect>
                  </p:childTnLst>
                </p:cTn>
              </p:par>
            </p:tnLst>
          </p:tmpl>
          <p:tmpl lvl="4">
            <p:tnLst>
              <p:par>
                <p:cTn presetID="9" presetClass="entr" presetSubtype="0" fill="hold" nodeType="withEffect">
                  <p:stCondLst>
                    <p:cond delay="500"/>
                  </p:stCondLst>
                  <p:childTnLst>
                    <p:set>
                      <p:cBhvr>
                        <p:cTn dur="1" fill="hold">
                          <p:stCondLst>
                            <p:cond delay="0"/>
                          </p:stCondLst>
                        </p:cTn>
                        <p:tgtEl>
                          <p:spTgt spid="15"/>
                        </p:tgtEl>
                        <p:attrNameLst>
                          <p:attrName>style.visibility</p:attrName>
                        </p:attrNameLst>
                      </p:cBhvr>
                      <p:to>
                        <p:strVal val="visible"/>
                      </p:to>
                    </p:set>
                    <p:animEffect transition="in" filter="dissolve">
                      <p:cBhvr>
                        <p:cTn dur="500"/>
                        <p:tgtEl>
                          <p:spTgt spid="15"/>
                        </p:tgtEl>
                      </p:cBhvr>
                    </p:animEffect>
                  </p:childTnLst>
                </p:cTn>
              </p:par>
            </p:tnLst>
          </p:tmpl>
          <p:tmpl lvl="5">
            <p:tnLst>
              <p:par>
                <p:cTn presetID="9" presetClass="entr" presetSubtype="0" fill="hold" nodeType="withEffect">
                  <p:stCondLst>
                    <p:cond delay="500"/>
                  </p:stCondLst>
                  <p:childTnLst>
                    <p:set>
                      <p:cBhvr>
                        <p:cTn dur="1" fill="hold">
                          <p:stCondLst>
                            <p:cond delay="0"/>
                          </p:stCondLst>
                        </p:cTn>
                        <p:tgtEl>
                          <p:spTgt spid="15"/>
                        </p:tgtEl>
                        <p:attrNameLst>
                          <p:attrName>style.visibility</p:attrName>
                        </p:attrNameLst>
                      </p:cBhvr>
                      <p:to>
                        <p:strVal val="visible"/>
                      </p:to>
                    </p:set>
                    <p:animEffect transition="in" filter="dissolve">
                      <p:cBhvr>
                        <p:cTn dur="500"/>
                        <p:tgtEl>
                          <p:spTgt spid="15"/>
                        </p:tgtEl>
                      </p:cBhvr>
                    </p:animEffect>
                  </p:childTnLst>
                </p:cTn>
              </p:par>
            </p:tnLst>
          </p:tmpl>
        </p:tmplLst>
      </p:bldP>
      <p:bldP spid="16" grpId="0"/>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Summar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DA3064-0BC5-6341-8693-FA38D47F55EF}"/>
              </a:ext>
            </a:extLst>
          </p:cNvPr>
          <p:cNvSpPr/>
          <p:nvPr userDrawn="1"/>
        </p:nvSpPr>
        <p:spPr>
          <a:xfrm>
            <a:off x="7260771" y="-6858000"/>
            <a:ext cx="493122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51AF0E62-349B-044C-9C39-448784C3EFC8}"/>
              </a:ext>
            </a:extLst>
          </p:cNvPr>
          <p:cNvSpPr>
            <a:spLocks noGrp="1"/>
          </p:cNvSpPr>
          <p:nvPr>
            <p:ph type="body" sz="quarter" idx="10" hasCustomPrompt="1"/>
          </p:nvPr>
        </p:nvSpPr>
        <p:spPr>
          <a:xfrm>
            <a:off x="570932" y="1429521"/>
            <a:ext cx="6352382" cy="3253661"/>
          </a:xfrm>
        </p:spPr>
        <p:txBody>
          <a:bodyPr/>
          <a:lstStyle>
            <a:lvl1pPr marL="457200" indent="-457200">
              <a:buClr>
                <a:schemeClr val="accent2"/>
              </a:buClr>
              <a:buFont typeface=".Lucida Grande UI Regular"/>
              <a:buChar char="⇢"/>
              <a:defRPr/>
            </a:lvl1pPr>
            <a:lvl6pPr marL="2286000" indent="0">
              <a:buNone/>
              <a:defRPr/>
            </a:lvl6pPr>
          </a:lstStyle>
          <a:p>
            <a:pPr lvl="0"/>
            <a:r>
              <a:rPr lang="en-US" dirty="0"/>
              <a:t>We did this</a:t>
            </a:r>
          </a:p>
          <a:p>
            <a:pPr lvl="1"/>
            <a:r>
              <a:rPr lang="en-US" dirty="0"/>
              <a:t>You learned this</a:t>
            </a:r>
          </a:p>
          <a:p>
            <a:pPr lvl="1"/>
            <a:r>
              <a:rPr lang="en-US" dirty="0"/>
              <a:t>And this</a:t>
            </a:r>
          </a:p>
          <a:p>
            <a:pPr lvl="1"/>
            <a:r>
              <a:rPr lang="en-US" dirty="0"/>
              <a:t>And this</a:t>
            </a:r>
          </a:p>
          <a:p>
            <a:pPr lvl="0"/>
            <a:r>
              <a:rPr lang="en-US" dirty="0"/>
              <a:t>Then we did this</a:t>
            </a:r>
          </a:p>
        </p:txBody>
      </p:sp>
      <p:sp>
        <p:nvSpPr>
          <p:cNvPr id="9" name="TextBox 8">
            <a:extLst>
              <a:ext uri="{FF2B5EF4-FFF2-40B4-BE49-F238E27FC236}">
                <a16:creationId xmlns:a16="http://schemas.microsoft.com/office/drawing/2014/main" id="{1F4DAB06-EA61-1C4D-A7BF-71FBA7E00114}"/>
              </a:ext>
            </a:extLst>
          </p:cNvPr>
          <p:cNvSpPr txBox="1"/>
          <p:nvPr userDrawn="1"/>
        </p:nvSpPr>
        <p:spPr>
          <a:xfrm>
            <a:off x="570932" y="529389"/>
            <a:ext cx="2420856" cy="707886"/>
          </a:xfrm>
          <a:prstGeom prst="rect">
            <a:avLst/>
          </a:prstGeom>
          <a:noFill/>
        </p:spPr>
        <p:txBody>
          <a:bodyPr wrap="none" rtlCol="0">
            <a:spAutoFit/>
          </a:bodyPr>
          <a:lstStyle/>
          <a:p>
            <a:r>
              <a:rPr lang="en-US" sz="4000" dirty="0">
                <a:latin typeface="Stone Sans" pitchFamily="2" charset="0"/>
              </a:rPr>
              <a:t>Summary</a:t>
            </a:r>
          </a:p>
        </p:txBody>
      </p:sp>
      <p:pic>
        <p:nvPicPr>
          <p:cNvPr id="11" name="Picture 10">
            <a:extLst>
              <a:ext uri="{FF2B5EF4-FFF2-40B4-BE49-F238E27FC236}">
                <a16:creationId xmlns:a16="http://schemas.microsoft.com/office/drawing/2014/main" id="{010A892F-3493-CB44-922C-0256F802AD66}"/>
              </a:ext>
            </a:extLst>
          </p:cNvPr>
          <p:cNvPicPr>
            <a:picLocks noChangeAspect="1"/>
          </p:cNvPicPr>
          <p:nvPr userDrawn="1"/>
        </p:nvPicPr>
        <p:blipFill rotWithShape="1">
          <a:blip r:embed="rId2">
            <a:biLevel thresh="25000"/>
          </a:blip>
          <a:srcRect l="16200" t="6888" r="19901" b="6517"/>
          <a:stretch/>
        </p:blipFill>
        <p:spPr>
          <a:xfrm>
            <a:off x="7928126" y="883332"/>
            <a:ext cx="3596517" cy="4874044"/>
          </a:xfrm>
          <a:prstGeom prst="rect">
            <a:avLst/>
          </a:prstGeom>
        </p:spPr>
      </p:pic>
    </p:spTree>
    <p:extLst>
      <p:ext uri="{BB962C8B-B14F-4D97-AF65-F5344CB8AC3E}">
        <p14:creationId xmlns:p14="http://schemas.microsoft.com/office/powerpoint/2010/main" val="500537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grpId="0" nodeType="withEffect">
                                  <p:stCondLst>
                                    <p:cond delay="0"/>
                                  </p:stCondLst>
                                  <p:childTnLst>
                                    <p:animMotion origin="layout" path="M 3.54167E-6 0 L 0.00221 1 " pathEditMode="relative" rAng="0" ptsTypes="AA">
                                      <p:cBhvr>
                                        <p:cTn id="6" dur="1000" fill="hold"/>
                                        <p:tgtEl>
                                          <p:spTgt spid="4"/>
                                        </p:tgtEl>
                                        <p:attrNameLst>
                                          <p:attrName>ppt_x</p:attrName>
                                          <p:attrName>ppt_y</p:attrName>
                                        </p:attrNameLst>
                                      </p:cBhvr>
                                      <p:rCtr x="104" y="50000"/>
                                    </p:animMotion>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uiExpand="1" build="p">
        <p:tmplLst>
          <p:tmpl lvl="1">
            <p:tnLst>
              <p:par>
                <p:cTn presetID="1" presetClass="entr" presetSubtype="0" fill="hold" nodeType="clickEffect">
                  <p:stCondLst>
                    <p:cond delay="0"/>
                  </p:stCondLst>
                  <p:childTnLst>
                    <p:set>
                      <p:cBhvr>
                        <p:cTn dur="1" fill="hold">
                          <p:stCondLst>
                            <p:cond delay="0"/>
                          </p:stCondLst>
                        </p:cTn>
                        <p:tgtEl>
                          <p:spTgt spid="8"/>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childTnLst>
                </p:cTn>
              </p:par>
            </p:tnLst>
          </p:tmpl>
        </p:tmplLst>
      </p:bldP>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Placeholder 6">
            <a:extLst>
              <a:ext uri="{FF2B5EF4-FFF2-40B4-BE49-F238E27FC236}">
                <a16:creationId xmlns:a16="http://schemas.microsoft.com/office/drawing/2014/main" id="{F9B55F9A-D3D4-D042-B158-D3D578A5A21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 name="Footer Placeholder 1">
            <a:extLst>
              <a:ext uri="{FF2B5EF4-FFF2-40B4-BE49-F238E27FC236}">
                <a16:creationId xmlns:a16="http://schemas.microsoft.com/office/drawing/2014/main" id="{D9443153-ACD1-A540-900E-174F275D55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 Adam Frisbee, </a:t>
            </a:r>
            <a:r>
              <a:rPr lang="en-US" dirty="0" err="1"/>
              <a:t>adamfrisbee.com</a:t>
            </a:r>
            <a:r>
              <a:rPr lang="en-US" dirty="0"/>
              <a:t>, @</a:t>
            </a:r>
            <a:r>
              <a:rPr lang="en-US" dirty="0" err="1"/>
              <a:t>adam_frisbee</a:t>
            </a:r>
            <a:endParaRPr lang="en-US" dirty="0"/>
          </a:p>
        </p:txBody>
      </p:sp>
    </p:spTree>
    <p:extLst>
      <p:ext uri="{BB962C8B-B14F-4D97-AF65-F5344CB8AC3E}">
        <p14:creationId xmlns:p14="http://schemas.microsoft.com/office/powerpoint/2010/main" val="1391239520"/>
      </p:ext>
    </p:extLst>
  </p:cSld>
  <p:clrMap bg1="lt1" tx1="dk1" bg2="lt2" tx2="dk2" accent1="accent1" accent2="accent2" accent3="accent3" accent4="accent4" accent5="accent5" accent6="accent6" hlink="hlink" folHlink="folHlink"/>
  <p:sldLayoutIdLst>
    <p:sldLayoutId id="2147483663" r:id="rId1"/>
    <p:sldLayoutId id="2147483649" r:id="rId2"/>
    <p:sldLayoutId id="2147483666" r:id="rId3"/>
    <p:sldLayoutId id="2147483659" r:id="rId4"/>
    <p:sldLayoutId id="2147483652" r:id="rId5"/>
    <p:sldLayoutId id="2147483655" r:id="rId6"/>
    <p:sldLayoutId id="2147483662" r:id="rId7"/>
    <p:sldLayoutId id="2147483658" r:id="rId8"/>
    <p:sldLayoutId id="2147483667" r:id="rId9"/>
    <p:sldLayoutId id="2147483657" r:id="rId10"/>
    <p:sldLayoutId id="2147483660" r:id="rId11"/>
    <p:sldLayoutId id="2147483664" r:id="rId12"/>
    <p:sldLayoutId id="2147483665" r:id="rId13"/>
  </p:sldLayoutIdLst>
  <p:txStyles>
    <p:titleStyle>
      <a:lvl1pPr algn="l" defTabSz="914400" rtl="0" eaLnBrk="1" latinLnBrk="0" hangingPunct="1">
        <a:lnSpc>
          <a:spcPct val="90000"/>
        </a:lnSpc>
        <a:spcBef>
          <a:spcPct val="0"/>
        </a:spcBef>
        <a:buNone/>
        <a:defRPr sz="4400" kern="1200">
          <a:solidFill>
            <a:schemeClr val="tx1"/>
          </a:solidFill>
          <a:latin typeface="Stone Sans" pitchFamily="2" charset="0"/>
          <a:ea typeface="+mj-ea"/>
          <a:cs typeface="+mj-cs"/>
        </a:defRPr>
      </a:lvl1pPr>
    </p:titleStyle>
    <p:bodyStyle>
      <a:lvl1pPr marL="457200" indent="-457200" algn="l" defTabSz="914400" rtl="0" eaLnBrk="1" latinLnBrk="0" hangingPunct="1">
        <a:lnSpc>
          <a:spcPct val="90000"/>
        </a:lnSpc>
        <a:spcBef>
          <a:spcPts val="1000"/>
        </a:spcBef>
        <a:buClr>
          <a:schemeClr val="accent2"/>
        </a:buClr>
        <a:buFont typeface=".Lucida Grande UI Regular"/>
        <a:buChar char="⇢"/>
        <a:defRPr sz="2800" kern="1200">
          <a:solidFill>
            <a:schemeClr val="tx1"/>
          </a:solidFill>
          <a:latin typeface="Oxygen" panose="02000503000000000000" pitchFamily="2" charset="77"/>
          <a:ea typeface="+mn-ea"/>
          <a:cs typeface="+mn-cs"/>
        </a:defRPr>
      </a:lvl1pPr>
      <a:lvl2pPr marL="685800" indent="-228600" algn="l" defTabSz="914400" rtl="0" eaLnBrk="1" latinLnBrk="0" hangingPunct="1">
        <a:lnSpc>
          <a:spcPct val="90000"/>
        </a:lnSpc>
        <a:spcBef>
          <a:spcPts val="500"/>
        </a:spcBef>
        <a:buClr>
          <a:schemeClr val="accent5"/>
        </a:buClr>
        <a:buFont typeface=".Lucida Grande UI Regular"/>
        <a:buChar char="⇢"/>
        <a:defRPr sz="2400" kern="1200">
          <a:solidFill>
            <a:schemeClr val="tx1"/>
          </a:solidFill>
          <a:latin typeface="Oxygen" panose="02000503000000000000" pitchFamily="2" charset="77"/>
          <a:ea typeface="+mn-ea"/>
          <a:cs typeface="+mn-cs"/>
        </a:defRPr>
      </a:lvl2pPr>
      <a:lvl3pPr marL="1143000" indent="-228600" algn="l" defTabSz="914400" rtl="0" eaLnBrk="1" latinLnBrk="0" hangingPunct="1">
        <a:lnSpc>
          <a:spcPct val="90000"/>
        </a:lnSpc>
        <a:spcBef>
          <a:spcPts val="500"/>
        </a:spcBef>
        <a:buClr>
          <a:schemeClr val="accent5"/>
        </a:buClr>
        <a:buFont typeface=".Lucida Grande UI Regular"/>
        <a:buChar char="⇢"/>
        <a:defRPr sz="2000" kern="1200">
          <a:solidFill>
            <a:schemeClr val="tx1"/>
          </a:solidFill>
          <a:latin typeface="Oxygen" panose="02000503000000000000" pitchFamily="2" charset="77"/>
          <a:ea typeface="+mn-ea"/>
          <a:cs typeface="+mn-cs"/>
        </a:defRPr>
      </a:lvl3pPr>
      <a:lvl4pPr marL="1600200" indent="-228600" algn="l" defTabSz="914400" rtl="0" eaLnBrk="1" latinLnBrk="0" hangingPunct="1">
        <a:lnSpc>
          <a:spcPct val="90000"/>
        </a:lnSpc>
        <a:spcBef>
          <a:spcPts val="500"/>
        </a:spcBef>
        <a:buClr>
          <a:schemeClr val="accent5"/>
        </a:buClr>
        <a:buFont typeface=".Lucida Grande UI Regular"/>
        <a:buChar char="⇢"/>
        <a:defRPr sz="1800" kern="1200">
          <a:solidFill>
            <a:schemeClr val="tx1"/>
          </a:solidFill>
          <a:latin typeface="Oxygen" panose="02000503000000000000" pitchFamily="2" charset="77"/>
          <a:ea typeface="+mn-ea"/>
          <a:cs typeface="+mn-cs"/>
        </a:defRPr>
      </a:lvl4pPr>
      <a:lvl5pPr marL="2057400" indent="-228600" algn="l" defTabSz="914400" rtl="0" eaLnBrk="1" latinLnBrk="0" hangingPunct="1">
        <a:lnSpc>
          <a:spcPct val="90000"/>
        </a:lnSpc>
        <a:spcBef>
          <a:spcPts val="500"/>
        </a:spcBef>
        <a:buClr>
          <a:schemeClr val="accent5"/>
        </a:buClr>
        <a:buFont typeface=".Lucida Grande UI Regular"/>
        <a:buChar char="⇢"/>
        <a:defRPr sz="1800" kern="1200">
          <a:solidFill>
            <a:schemeClr val="tx1"/>
          </a:solidFill>
          <a:latin typeface="Oxygen" panose="02000503000000000000" pitchFamily="2" charset="77"/>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1.xml"/><Relationship Id="rId1" Type="http://schemas.openxmlformats.org/officeDocument/2006/relationships/slideLayout" Target="../slideLayouts/slideLayout1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02780C7-BFC5-414A-ACE0-1757B876DEC5}"/>
              </a:ext>
            </a:extLst>
          </p:cNvPr>
          <p:cNvSpPr>
            <a:spLocks noGrp="1"/>
          </p:cNvSpPr>
          <p:nvPr>
            <p:ph idx="1"/>
          </p:nvPr>
        </p:nvSpPr>
        <p:spPr>
          <a:xfrm>
            <a:off x="838200" y="2134689"/>
            <a:ext cx="5847413" cy="4358186"/>
          </a:xfrm>
        </p:spPr>
        <p:txBody>
          <a:bodyPr/>
          <a:lstStyle/>
          <a:p>
            <a:r>
              <a:rPr lang="en-US" dirty="0"/>
              <a:t>Describe the basic settings for</a:t>
            </a:r>
            <a:br>
              <a:rPr lang="en-US" dirty="0"/>
            </a:br>
            <a:r>
              <a:rPr lang="en-US" dirty="0"/>
              <a:t>an input</a:t>
            </a:r>
          </a:p>
          <a:p>
            <a:r>
              <a:rPr lang="en-US" dirty="0"/>
              <a:t>List Splunk forwarder types</a:t>
            </a:r>
          </a:p>
          <a:p>
            <a:r>
              <a:rPr lang="en-US" dirty="0"/>
              <a:t>Configure a forwarder</a:t>
            </a:r>
          </a:p>
          <a:p>
            <a:r>
              <a:rPr lang="en-US" dirty="0"/>
              <a:t>Add an input to a Universal Forwarder using the CLI</a:t>
            </a:r>
          </a:p>
          <a:p>
            <a:pPr marL="0" indent="0">
              <a:buNone/>
            </a:pPr>
            <a:endParaRPr lang="en-US" dirty="0"/>
          </a:p>
        </p:txBody>
      </p:sp>
      <p:sp>
        <p:nvSpPr>
          <p:cNvPr id="3" name="Title 2">
            <a:extLst>
              <a:ext uri="{FF2B5EF4-FFF2-40B4-BE49-F238E27FC236}">
                <a16:creationId xmlns:a16="http://schemas.microsoft.com/office/drawing/2014/main" id="{00D7BEAF-C98B-0045-A21E-3B81C31E0EE8}"/>
              </a:ext>
            </a:extLst>
          </p:cNvPr>
          <p:cNvSpPr>
            <a:spLocks noGrp="1"/>
          </p:cNvSpPr>
          <p:nvPr>
            <p:ph type="title"/>
          </p:nvPr>
        </p:nvSpPr>
        <p:spPr/>
        <p:txBody>
          <a:bodyPr/>
          <a:lstStyle/>
          <a:p>
            <a:r>
              <a:rPr lang="en-US" dirty="0"/>
              <a:t>Getting Data in</a:t>
            </a:r>
          </a:p>
        </p:txBody>
      </p:sp>
    </p:spTree>
    <p:extLst>
      <p:ext uri="{BB962C8B-B14F-4D97-AF65-F5344CB8AC3E}">
        <p14:creationId xmlns:p14="http://schemas.microsoft.com/office/powerpoint/2010/main" val="37030026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00D2B-27B2-9247-941B-F9A70AFB776D}"/>
              </a:ext>
            </a:extLst>
          </p:cNvPr>
          <p:cNvSpPr>
            <a:spLocks noGrp="1"/>
          </p:cNvSpPr>
          <p:nvPr>
            <p:ph type="ctrTitle"/>
          </p:nvPr>
        </p:nvSpPr>
        <p:spPr/>
        <p:txBody>
          <a:bodyPr/>
          <a:lstStyle/>
          <a:p>
            <a:r>
              <a:rPr lang="en-US" dirty="0"/>
              <a:t>Splunk Inputs</a:t>
            </a:r>
          </a:p>
        </p:txBody>
      </p:sp>
    </p:spTree>
    <p:extLst>
      <p:ext uri="{BB962C8B-B14F-4D97-AF65-F5344CB8AC3E}">
        <p14:creationId xmlns:p14="http://schemas.microsoft.com/office/powerpoint/2010/main" val="32949939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756D1803-38CE-E747-A0F6-50425F4A3654}"/>
              </a:ext>
            </a:extLst>
          </p:cNvPr>
          <p:cNvGraphicFramePr/>
          <p:nvPr>
            <p:extLst>
              <p:ext uri="{D42A27DB-BD31-4B8C-83A1-F6EECF244321}">
                <p14:modId xmlns:p14="http://schemas.microsoft.com/office/powerpoint/2010/main" val="3609714741"/>
              </p:ext>
            </p:extLst>
          </p:nvPr>
        </p:nvGraphicFramePr>
        <p:xfrm>
          <a:off x="1239863" y="1627322"/>
          <a:ext cx="9887919" cy="451101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le 3">
            <a:extLst>
              <a:ext uri="{FF2B5EF4-FFF2-40B4-BE49-F238E27FC236}">
                <a16:creationId xmlns:a16="http://schemas.microsoft.com/office/drawing/2014/main" id="{9B43CEA6-4A7F-5E44-8058-C14ECC68DAFF}"/>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Stone Sans" pitchFamily="2" charset="0"/>
                <a:ea typeface="+mj-ea"/>
                <a:cs typeface="+mj-cs"/>
              </a:defRPr>
            </a:lvl1pPr>
          </a:lstStyle>
          <a:p>
            <a:r>
              <a:rPr lang="en-US" dirty="0"/>
              <a:t>The Splunk Data Pipeline</a:t>
            </a:r>
          </a:p>
        </p:txBody>
      </p:sp>
    </p:spTree>
    <p:extLst>
      <p:ext uri="{BB962C8B-B14F-4D97-AF65-F5344CB8AC3E}">
        <p14:creationId xmlns:p14="http://schemas.microsoft.com/office/powerpoint/2010/main" val="31611806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A663CC5-6061-004B-8C39-8336E0CAB6A6}"/>
              </a:ext>
            </a:extLst>
          </p:cNvPr>
          <p:cNvSpPr>
            <a:spLocks noGrp="1"/>
          </p:cNvSpPr>
          <p:nvPr>
            <p:ph idx="1"/>
          </p:nvPr>
        </p:nvSpPr>
        <p:spPr/>
        <p:txBody>
          <a:bodyPr>
            <a:normAutofit fontScale="92500" lnSpcReduction="20000"/>
          </a:bodyPr>
          <a:lstStyle/>
          <a:p>
            <a:r>
              <a:rPr lang="en-US" dirty="0"/>
              <a:t>File  and directory inputs</a:t>
            </a:r>
          </a:p>
          <a:p>
            <a:pPr lvl="1"/>
            <a:r>
              <a:rPr lang="en-US" dirty="0"/>
              <a:t>Monitor files and directories</a:t>
            </a:r>
          </a:p>
          <a:p>
            <a:pPr lvl="2"/>
            <a:r>
              <a:rPr lang="en-US" dirty="0"/>
              <a:t>Locally and remotely</a:t>
            </a:r>
          </a:p>
          <a:p>
            <a:pPr lvl="2"/>
            <a:r>
              <a:rPr lang="en-US" dirty="0"/>
              <a:t>Monitor compressed files</a:t>
            </a:r>
          </a:p>
          <a:p>
            <a:pPr lvl="1"/>
            <a:r>
              <a:rPr lang="en-US" dirty="0"/>
              <a:t>Upload</a:t>
            </a:r>
          </a:p>
          <a:p>
            <a:pPr lvl="2"/>
            <a:r>
              <a:rPr lang="en-US" dirty="0"/>
              <a:t>Upload files to Splunk</a:t>
            </a:r>
          </a:p>
          <a:p>
            <a:pPr lvl="2"/>
            <a:r>
              <a:rPr lang="en-US" dirty="0"/>
              <a:t>Used for one-time analysis</a:t>
            </a:r>
          </a:p>
          <a:p>
            <a:pPr lvl="1"/>
            <a:r>
              <a:rPr lang="en-US" dirty="0" err="1"/>
              <a:t>MonitorNoHandle</a:t>
            </a:r>
            <a:endParaRPr lang="en-US" dirty="0"/>
          </a:p>
          <a:p>
            <a:pPr lvl="2"/>
            <a:r>
              <a:rPr lang="en-US" dirty="0"/>
              <a:t>Available for Windows hosts only</a:t>
            </a:r>
          </a:p>
          <a:p>
            <a:pPr lvl="2"/>
            <a:r>
              <a:rPr lang="en-US" dirty="0"/>
              <a:t>Monitors files and directories that the system rotates automatically</a:t>
            </a:r>
          </a:p>
          <a:p>
            <a:pPr lvl="2"/>
            <a:endParaRPr lang="en-US" dirty="0"/>
          </a:p>
        </p:txBody>
      </p:sp>
      <p:sp>
        <p:nvSpPr>
          <p:cNvPr id="4" name="Title 3">
            <a:extLst>
              <a:ext uri="{FF2B5EF4-FFF2-40B4-BE49-F238E27FC236}">
                <a16:creationId xmlns:a16="http://schemas.microsoft.com/office/drawing/2014/main" id="{17CF7711-38F1-5947-A338-33B6E3A47790}"/>
              </a:ext>
            </a:extLst>
          </p:cNvPr>
          <p:cNvSpPr>
            <a:spLocks noGrp="1"/>
          </p:cNvSpPr>
          <p:nvPr>
            <p:ph type="title"/>
          </p:nvPr>
        </p:nvSpPr>
        <p:spPr/>
        <p:txBody>
          <a:bodyPr/>
          <a:lstStyle/>
          <a:p>
            <a:r>
              <a:rPr lang="en-US" dirty="0"/>
              <a:t>General Input Categories</a:t>
            </a:r>
          </a:p>
        </p:txBody>
      </p:sp>
      <p:pic>
        <p:nvPicPr>
          <p:cNvPr id="10" name="Picture Placeholder 9">
            <a:extLst>
              <a:ext uri="{FF2B5EF4-FFF2-40B4-BE49-F238E27FC236}">
                <a16:creationId xmlns:a16="http://schemas.microsoft.com/office/drawing/2014/main" id="{346628A4-260F-9742-84D9-0CC41F655763}"/>
              </a:ext>
            </a:extLst>
          </p:cNvPr>
          <p:cNvPicPr>
            <a:picLocks noGrp="1" noChangeAspect="1"/>
          </p:cNvPicPr>
          <p:nvPr>
            <p:ph type="pic" sz="quarter" idx="10"/>
          </p:nvPr>
        </p:nvPicPr>
        <p:blipFill>
          <a:blip r:embed="rId3"/>
          <a:srcRect t="961" b="961"/>
          <a:stretch>
            <a:fillRect/>
          </a:stretch>
        </p:blipFill>
        <p:spPr/>
      </p:pic>
    </p:spTree>
    <p:extLst>
      <p:ext uri="{BB962C8B-B14F-4D97-AF65-F5344CB8AC3E}">
        <p14:creationId xmlns:p14="http://schemas.microsoft.com/office/powerpoint/2010/main" val="2216557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A663CC5-6061-004B-8C39-8336E0CAB6A6}"/>
              </a:ext>
            </a:extLst>
          </p:cNvPr>
          <p:cNvSpPr>
            <a:spLocks noGrp="1"/>
          </p:cNvSpPr>
          <p:nvPr>
            <p:ph idx="1"/>
          </p:nvPr>
        </p:nvSpPr>
        <p:spPr/>
        <p:txBody>
          <a:bodyPr/>
          <a:lstStyle/>
          <a:p>
            <a:r>
              <a:rPr lang="en-US" dirty="0"/>
              <a:t>Network inputs</a:t>
            </a:r>
          </a:p>
          <a:p>
            <a:pPr lvl="1"/>
            <a:r>
              <a:rPr lang="en-US" dirty="0"/>
              <a:t>Data from TCP and UDP</a:t>
            </a:r>
          </a:p>
          <a:p>
            <a:pPr lvl="2"/>
            <a:r>
              <a:rPr lang="en-US" dirty="0"/>
              <a:t>syslog</a:t>
            </a:r>
          </a:p>
          <a:p>
            <a:pPr lvl="1"/>
            <a:r>
              <a:rPr lang="en-US" dirty="0"/>
              <a:t>Data from SNMP events</a:t>
            </a:r>
          </a:p>
          <a:p>
            <a:pPr lvl="2"/>
            <a:endParaRPr lang="en-US" dirty="0"/>
          </a:p>
        </p:txBody>
      </p:sp>
      <p:pic>
        <p:nvPicPr>
          <p:cNvPr id="6" name="Picture Placeholder 5">
            <a:extLst>
              <a:ext uri="{FF2B5EF4-FFF2-40B4-BE49-F238E27FC236}">
                <a16:creationId xmlns:a16="http://schemas.microsoft.com/office/drawing/2014/main" id="{6FF38BE2-8B17-B34D-840C-0CA5986014E0}"/>
              </a:ext>
            </a:extLst>
          </p:cNvPr>
          <p:cNvPicPr>
            <a:picLocks noGrp="1" noChangeAspect="1"/>
          </p:cNvPicPr>
          <p:nvPr>
            <p:ph type="pic" sz="quarter" idx="10"/>
          </p:nvPr>
        </p:nvPicPr>
        <p:blipFill>
          <a:blip r:embed="rId3"/>
          <a:srcRect t="3723" b="3723"/>
          <a:stretch>
            <a:fillRect/>
          </a:stretch>
        </p:blipFill>
        <p:spPr/>
      </p:pic>
      <p:sp>
        <p:nvSpPr>
          <p:cNvPr id="4" name="Title 3">
            <a:extLst>
              <a:ext uri="{FF2B5EF4-FFF2-40B4-BE49-F238E27FC236}">
                <a16:creationId xmlns:a16="http://schemas.microsoft.com/office/drawing/2014/main" id="{17CF7711-38F1-5947-A338-33B6E3A47790}"/>
              </a:ext>
            </a:extLst>
          </p:cNvPr>
          <p:cNvSpPr>
            <a:spLocks noGrp="1"/>
          </p:cNvSpPr>
          <p:nvPr>
            <p:ph type="title"/>
          </p:nvPr>
        </p:nvSpPr>
        <p:spPr/>
        <p:txBody>
          <a:bodyPr/>
          <a:lstStyle/>
          <a:p>
            <a:r>
              <a:rPr lang="en-US" dirty="0"/>
              <a:t>General Input Categories</a:t>
            </a:r>
          </a:p>
        </p:txBody>
      </p:sp>
    </p:spTree>
    <p:extLst>
      <p:ext uri="{BB962C8B-B14F-4D97-AF65-F5344CB8AC3E}">
        <p14:creationId xmlns:p14="http://schemas.microsoft.com/office/powerpoint/2010/main" val="31392301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A663CC5-6061-004B-8C39-8336E0CAB6A6}"/>
              </a:ext>
            </a:extLst>
          </p:cNvPr>
          <p:cNvSpPr>
            <a:spLocks noGrp="1"/>
          </p:cNvSpPr>
          <p:nvPr>
            <p:ph idx="1"/>
          </p:nvPr>
        </p:nvSpPr>
        <p:spPr/>
        <p:txBody>
          <a:bodyPr/>
          <a:lstStyle/>
          <a:p>
            <a:r>
              <a:rPr lang="en-US" dirty="0"/>
              <a:t>Windows inputs</a:t>
            </a:r>
          </a:p>
          <a:p>
            <a:pPr lvl="1"/>
            <a:r>
              <a:rPr lang="en-US" dirty="0"/>
              <a:t>Windows event logs</a:t>
            </a:r>
          </a:p>
          <a:p>
            <a:pPr lvl="1"/>
            <a:r>
              <a:rPr lang="en-US" dirty="0"/>
              <a:t>Registry</a:t>
            </a:r>
          </a:p>
          <a:p>
            <a:pPr lvl="1"/>
            <a:r>
              <a:rPr lang="en-US" dirty="0"/>
              <a:t>Active Directory</a:t>
            </a:r>
          </a:p>
          <a:p>
            <a:pPr lvl="1"/>
            <a:r>
              <a:rPr lang="en-US" dirty="0"/>
              <a:t>WMI</a:t>
            </a:r>
          </a:p>
          <a:p>
            <a:pPr lvl="1"/>
            <a:r>
              <a:rPr lang="en-US" dirty="0"/>
              <a:t>Performance monitoring (perfmon)</a:t>
            </a:r>
          </a:p>
          <a:p>
            <a:pPr lvl="2"/>
            <a:endParaRPr lang="en-US" dirty="0"/>
          </a:p>
        </p:txBody>
      </p:sp>
      <p:sp>
        <p:nvSpPr>
          <p:cNvPr id="4" name="Title 3">
            <a:extLst>
              <a:ext uri="{FF2B5EF4-FFF2-40B4-BE49-F238E27FC236}">
                <a16:creationId xmlns:a16="http://schemas.microsoft.com/office/drawing/2014/main" id="{17CF7711-38F1-5947-A338-33B6E3A47790}"/>
              </a:ext>
            </a:extLst>
          </p:cNvPr>
          <p:cNvSpPr>
            <a:spLocks noGrp="1"/>
          </p:cNvSpPr>
          <p:nvPr>
            <p:ph type="title"/>
          </p:nvPr>
        </p:nvSpPr>
        <p:spPr/>
        <p:txBody>
          <a:bodyPr/>
          <a:lstStyle/>
          <a:p>
            <a:r>
              <a:rPr lang="en-US" dirty="0"/>
              <a:t>General Input Categories</a:t>
            </a:r>
          </a:p>
        </p:txBody>
      </p:sp>
      <p:pic>
        <p:nvPicPr>
          <p:cNvPr id="8" name="Picture Placeholder 7">
            <a:extLst>
              <a:ext uri="{FF2B5EF4-FFF2-40B4-BE49-F238E27FC236}">
                <a16:creationId xmlns:a16="http://schemas.microsoft.com/office/drawing/2014/main" id="{429552DA-BBD0-754C-81B8-6C075A1BE936}"/>
              </a:ext>
            </a:extLst>
          </p:cNvPr>
          <p:cNvPicPr>
            <a:picLocks noGrp="1" noChangeAspect="1"/>
          </p:cNvPicPr>
          <p:nvPr>
            <p:ph type="pic" sz="quarter" idx="10"/>
          </p:nvPr>
        </p:nvPicPr>
        <p:blipFill>
          <a:blip r:embed="rId3"/>
          <a:srcRect l="6887" r="6887"/>
          <a:stretch>
            <a:fillRect/>
          </a:stretch>
        </p:blipFill>
        <p:spPr/>
      </p:pic>
    </p:spTree>
    <p:extLst>
      <p:ext uri="{BB962C8B-B14F-4D97-AF65-F5344CB8AC3E}">
        <p14:creationId xmlns:p14="http://schemas.microsoft.com/office/powerpoint/2010/main" val="21969996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A663CC5-6061-004B-8C39-8336E0CAB6A6}"/>
              </a:ext>
            </a:extLst>
          </p:cNvPr>
          <p:cNvSpPr>
            <a:spLocks noGrp="1"/>
          </p:cNvSpPr>
          <p:nvPr>
            <p:ph idx="1"/>
          </p:nvPr>
        </p:nvSpPr>
        <p:spPr/>
        <p:txBody>
          <a:bodyPr/>
          <a:lstStyle/>
          <a:p>
            <a:r>
              <a:rPr lang="en-US" dirty="0"/>
              <a:t>Metrics</a:t>
            </a:r>
          </a:p>
          <a:p>
            <a:r>
              <a:rPr lang="en-US" dirty="0"/>
              <a:t>Scripted inputs</a:t>
            </a:r>
          </a:p>
          <a:p>
            <a:r>
              <a:rPr lang="en-US" dirty="0"/>
              <a:t>Modular inputs</a:t>
            </a:r>
          </a:p>
          <a:p>
            <a:r>
              <a:rPr lang="en-US" dirty="0"/>
              <a:t>HTTP event collector</a:t>
            </a:r>
          </a:p>
          <a:p>
            <a:pPr marL="914400" lvl="2" indent="0">
              <a:buNone/>
            </a:pPr>
            <a:endParaRPr lang="en-US" dirty="0"/>
          </a:p>
        </p:txBody>
      </p:sp>
      <p:sp>
        <p:nvSpPr>
          <p:cNvPr id="4" name="Title 3">
            <a:extLst>
              <a:ext uri="{FF2B5EF4-FFF2-40B4-BE49-F238E27FC236}">
                <a16:creationId xmlns:a16="http://schemas.microsoft.com/office/drawing/2014/main" id="{17CF7711-38F1-5947-A338-33B6E3A47790}"/>
              </a:ext>
            </a:extLst>
          </p:cNvPr>
          <p:cNvSpPr>
            <a:spLocks noGrp="1"/>
          </p:cNvSpPr>
          <p:nvPr>
            <p:ph type="title"/>
          </p:nvPr>
        </p:nvSpPr>
        <p:spPr/>
        <p:txBody>
          <a:bodyPr/>
          <a:lstStyle/>
          <a:p>
            <a:r>
              <a:rPr lang="en-US" dirty="0"/>
              <a:t>Other Data Sources</a:t>
            </a:r>
          </a:p>
        </p:txBody>
      </p:sp>
      <p:pic>
        <p:nvPicPr>
          <p:cNvPr id="7" name="Picture Placeholder 6">
            <a:extLst>
              <a:ext uri="{FF2B5EF4-FFF2-40B4-BE49-F238E27FC236}">
                <a16:creationId xmlns:a16="http://schemas.microsoft.com/office/drawing/2014/main" id="{8BE726D7-858C-5546-B6F4-7022C7E84256}"/>
              </a:ext>
            </a:extLst>
          </p:cNvPr>
          <p:cNvPicPr>
            <a:picLocks noGrp="1" noChangeAspect="1"/>
          </p:cNvPicPr>
          <p:nvPr>
            <p:ph type="pic" sz="quarter" idx="10"/>
          </p:nvPr>
        </p:nvPicPr>
        <p:blipFill rotWithShape="1">
          <a:blip r:embed="rId3"/>
          <a:srcRect l="-10220" r="-10016" b="4119"/>
          <a:stretch/>
        </p:blipFill>
        <p:spPr>
          <a:xfrm>
            <a:off x="209405" y="2084832"/>
            <a:ext cx="3829184" cy="3776217"/>
          </a:xfrm>
        </p:spPr>
      </p:pic>
    </p:spTree>
    <p:extLst>
      <p:ext uri="{BB962C8B-B14F-4D97-AF65-F5344CB8AC3E}">
        <p14:creationId xmlns:p14="http://schemas.microsoft.com/office/powerpoint/2010/main" val="25621994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714B8-C8B7-3E4A-8F55-B447711485D7}"/>
              </a:ext>
            </a:extLst>
          </p:cNvPr>
          <p:cNvSpPr>
            <a:spLocks noGrp="1"/>
          </p:cNvSpPr>
          <p:nvPr>
            <p:ph type="ctrTitle"/>
          </p:nvPr>
        </p:nvSpPr>
        <p:spPr/>
        <p:txBody>
          <a:bodyPr/>
          <a:lstStyle/>
          <a:p>
            <a:r>
              <a:rPr lang="en-US" dirty="0"/>
              <a:t>Basic Settings for an Input</a:t>
            </a:r>
          </a:p>
        </p:txBody>
      </p:sp>
    </p:spTree>
    <p:extLst>
      <p:ext uri="{BB962C8B-B14F-4D97-AF65-F5344CB8AC3E}">
        <p14:creationId xmlns:p14="http://schemas.microsoft.com/office/powerpoint/2010/main" val="22455818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923346D-2D8E-484B-9BFB-85BE248DACC1}"/>
              </a:ext>
            </a:extLst>
          </p:cNvPr>
          <p:cNvSpPr>
            <a:spLocks noGrp="1"/>
          </p:cNvSpPr>
          <p:nvPr>
            <p:ph idx="1"/>
          </p:nvPr>
        </p:nvSpPr>
        <p:spPr/>
        <p:txBody>
          <a:bodyPr>
            <a:normAutofit lnSpcReduction="10000"/>
          </a:bodyPr>
          <a:lstStyle/>
          <a:p>
            <a:r>
              <a:rPr lang="en-US" dirty="0"/>
              <a:t>Through an app</a:t>
            </a:r>
          </a:p>
          <a:p>
            <a:pPr lvl="1"/>
            <a:r>
              <a:rPr lang="en-US" dirty="0"/>
              <a:t>Many apps have preconfigured inputs</a:t>
            </a:r>
          </a:p>
          <a:p>
            <a:r>
              <a:rPr lang="en-US" dirty="0"/>
              <a:t>Splunk web</a:t>
            </a:r>
          </a:p>
          <a:p>
            <a:pPr lvl="1"/>
            <a:r>
              <a:rPr lang="en-US" dirty="0"/>
              <a:t>Settings &gt; data inputs</a:t>
            </a:r>
          </a:p>
          <a:p>
            <a:pPr lvl="1"/>
            <a:r>
              <a:rPr lang="en-US" dirty="0"/>
              <a:t>Settings &gt; add data</a:t>
            </a:r>
          </a:p>
          <a:p>
            <a:r>
              <a:rPr lang="en-US" dirty="0"/>
              <a:t>CLI</a:t>
            </a:r>
          </a:p>
          <a:p>
            <a:pPr lvl="1"/>
            <a:r>
              <a:rPr lang="en-US" dirty="0">
                <a:latin typeface="Oxygen Mono" panose="02000509030000090004" pitchFamily="49" charset="77"/>
              </a:rPr>
              <a:t>./</a:t>
            </a:r>
            <a:r>
              <a:rPr lang="en-US" dirty="0" err="1">
                <a:latin typeface="Oxygen Mono" panose="02000509030000090004" pitchFamily="49" charset="77"/>
              </a:rPr>
              <a:t>splunk</a:t>
            </a:r>
            <a:r>
              <a:rPr lang="en-US" dirty="0">
                <a:latin typeface="Oxygen Mono" panose="02000509030000090004" pitchFamily="49" charset="77"/>
              </a:rPr>
              <a:t> add monitor &lt;path&gt;</a:t>
            </a:r>
          </a:p>
        </p:txBody>
      </p:sp>
      <p:sp>
        <p:nvSpPr>
          <p:cNvPr id="3" name="Title 2">
            <a:extLst>
              <a:ext uri="{FF2B5EF4-FFF2-40B4-BE49-F238E27FC236}">
                <a16:creationId xmlns:a16="http://schemas.microsoft.com/office/drawing/2014/main" id="{D0B281EC-E9D4-AA49-B1DB-1B2F6DA71303}"/>
              </a:ext>
            </a:extLst>
          </p:cNvPr>
          <p:cNvSpPr>
            <a:spLocks noGrp="1"/>
          </p:cNvSpPr>
          <p:nvPr>
            <p:ph type="title"/>
          </p:nvPr>
        </p:nvSpPr>
        <p:spPr/>
        <p:txBody>
          <a:bodyPr/>
          <a:lstStyle/>
          <a:p>
            <a:r>
              <a:rPr lang="en-US" dirty="0"/>
              <a:t>Ways to Configure Inputs</a:t>
            </a:r>
          </a:p>
        </p:txBody>
      </p:sp>
      <p:pic>
        <p:nvPicPr>
          <p:cNvPr id="6" name="Picture Placeholder 5">
            <a:extLst>
              <a:ext uri="{FF2B5EF4-FFF2-40B4-BE49-F238E27FC236}">
                <a16:creationId xmlns:a16="http://schemas.microsoft.com/office/drawing/2014/main" id="{822BD099-B38B-C844-8CE3-D3E9AC654F3B}"/>
              </a:ext>
            </a:extLst>
          </p:cNvPr>
          <p:cNvPicPr>
            <a:picLocks noGrp="1" noChangeAspect="1"/>
          </p:cNvPicPr>
          <p:nvPr>
            <p:ph type="pic" sz="quarter" idx="12"/>
          </p:nvPr>
        </p:nvPicPr>
        <p:blipFill>
          <a:blip r:embed="rId3"/>
          <a:srcRect t="514" b="514"/>
          <a:stretch>
            <a:fillRect/>
          </a:stretch>
        </p:blipFill>
        <p:spPr/>
      </p:pic>
    </p:spTree>
    <p:extLst>
      <p:ext uri="{BB962C8B-B14F-4D97-AF65-F5344CB8AC3E}">
        <p14:creationId xmlns:p14="http://schemas.microsoft.com/office/powerpoint/2010/main" val="14866744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923346D-2D8E-484B-9BFB-85BE248DACC1}"/>
              </a:ext>
            </a:extLst>
          </p:cNvPr>
          <p:cNvSpPr>
            <a:spLocks noGrp="1"/>
          </p:cNvSpPr>
          <p:nvPr>
            <p:ph idx="1"/>
          </p:nvPr>
        </p:nvSpPr>
        <p:spPr/>
        <p:txBody>
          <a:bodyPr>
            <a:normAutofit/>
          </a:bodyPr>
          <a:lstStyle/>
          <a:p>
            <a:r>
              <a:rPr lang="en-US" dirty="0"/>
              <a:t>Through </a:t>
            </a:r>
            <a:r>
              <a:rPr lang="en-US" dirty="0" err="1">
                <a:latin typeface="Oxygen Mono" panose="02000509030000090004" pitchFamily="49" charset="77"/>
              </a:rPr>
              <a:t>inputs.conf</a:t>
            </a:r>
            <a:endParaRPr lang="en-US" dirty="0">
              <a:latin typeface="Oxygen Mono" panose="02000509030000090004" pitchFamily="49" charset="77"/>
            </a:endParaRPr>
          </a:p>
          <a:p>
            <a:pPr lvl="1"/>
            <a:r>
              <a:rPr lang="en-US" dirty="0"/>
              <a:t>Add a stanza for each input</a:t>
            </a:r>
          </a:p>
          <a:p>
            <a:r>
              <a:rPr lang="en-US" dirty="0"/>
              <a:t>Guided Data Onboarding (GDO)</a:t>
            </a:r>
          </a:p>
          <a:p>
            <a:pPr lvl="1"/>
            <a:r>
              <a:rPr lang="en-US" dirty="0"/>
              <a:t>Data input wizard</a:t>
            </a:r>
          </a:p>
        </p:txBody>
      </p:sp>
      <p:sp>
        <p:nvSpPr>
          <p:cNvPr id="3" name="Title 2">
            <a:extLst>
              <a:ext uri="{FF2B5EF4-FFF2-40B4-BE49-F238E27FC236}">
                <a16:creationId xmlns:a16="http://schemas.microsoft.com/office/drawing/2014/main" id="{D0B281EC-E9D4-AA49-B1DB-1B2F6DA71303}"/>
              </a:ext>
            </a:extLst>
          </p:cNvPr>
          <p:cNvSpPr>
            <a:spLocks noGrp="1"/>
          </p:cNvSpPr>
          <p:nvPr>
            <p:ph type="title"/>
          </p:nvPr>
        </p:nvSpPr>
        <p:spPr/>
        <p:txBody>
          <a:bodyPr/>
          <a:lstStyle/>
          <a:p>
            <a:r>
              <a:rPr lang="en-US" dirty="0"/>
              <a:t>Ways to Configure Inputs</a:t>
            </a:r>
          </a:p>
        </p:txBody>
      </p:sp>
      <p:pic>
        <p:nvPicPr>
          <p:cNvPr id="6" name="Picture Placeholder 5">
            <a:extLst>
              <a:ext uri="{FF2B5EF4-FFF2-40B4-BE49-F238E27FC236}">
                <a16:creationId xmlns:a16="http://schemas.microsoft.com/office/drawing/2014/main" id="{822BD099-B38B-C844-8CE3-D3E9AC654F3B}"/>
              </a:ext>
            </a:extLst>
          </p:cNvPr>
          <p:cNvPicPr>
            <a:picLocks noGrp="1" noChangeAspect="1"/>
          </p:cNvPicPr>
          <p:nvPr>
            <p:ph type="pic" sz="quarter" idx="12"/>
          </p:nvPr>
        </p:nvPicPr>
        <p:blipFill>
          <a:blip r:embed="rId3">
            <a:duotone>
              <a:schemeClr val="accent3">
                <a:shade val="45000"/>
                <a:satMod val="135000"/>
              </a:schemeClr>
              <a:prstClr val="white"/>
            </a:duotone>
          </a:blip>
          <a:srcRect t="514" b="514"/>
          <a:stretch>
            <a:fillRect/>
          </a:stretch>
        </p:blipFill>
        <p:spPr/>
      </p:pic>
    </p:spTree>
    <p:extLst>
      <p:ext uri="{BB962C8B-B14F-4D97-AF65-F5344CB8AC3E}">
        <p14:creationId xmlns:p14="http://schemas.microsoft.com/office/powerpoint/2010/main" val="1093700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FAAA7-BA14-F04E-9739-A9BB8655E39A}"/>
              </a:ext>
            </a:extLst>
          </p:cNvPr>
          <p:cNvSpPr>
            <a:spLocks noGrp="1"/>
          </p:cNvSpPr>
          <p:nvPr>
            <p:ph type="ctrTitle"/>
          </p:nvPr>
        </p:nvSpPr>
        <p:spPr/>
        <p:txBody>
          <a:bodyPr/>
          <a:lstStyle/>
          <a:p>
            <a:r>
              <a:rPr lang="en-US" dirty="0"/>
              <a:t>Splunk Forwarder Types</a:t>
            </a:r>
          </a:p>
        </p:txBody>
      </p:sp>
    </p:spTree>
    <p:extLst>
      <p:ext uri="{BB962C8B-B14F-4D97-AF65-F5344CB8AC3E}">
        <p14:creationId xmlns:p14="http://schemas.microsoft.com/office/powerpoint/2010/main" val="42503770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C91221B6-4982-3746-8AF3-EB314DE03ECD}"/>
              </a:ext>
            </a:extLst>
          </p:cNvPr>
          <p:cNvGraphicFramePr/>
          <p:nvPr/>
        </p:nvGraphicFramePr>
        <p:xfrm>
          <a:off x="1438563" y="719666"/>
          <a:ext cx="9314873"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842812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CAE09A8-E070-8743-9177-B3342A6F81BB}"/>
              </a:ext>
            </a:extLst>
          </p:cNvPr>
          <p:cNvSpPr>
            <a:spLocks noGrp="1"/>
          </p:cNvSpPr>
          <p:nvPr>
            <p:ph idx="1"/>
          </p:nvPr>
        </p:nvSpPr>
        <p:spPr/>
        <p:txBody>
          <a:bodyPr/>
          <a:lstStyle/>
          <a:p>
            <a:r>
              <a:rPr lang="en-US" dirty="0"/>
              <a:t>Configure receiving on a Splunk Enterprise instance</a:t>
            </a:r>
          </a:p>
          <a:p>
            <a:r>
              <a:rPr lang="en-US" dirty="0"/>
              <a:t>Download and install the UF</a:t>
            </a:r>
          </a:p>
          <a:p>
            <a:r>
              <a:rPr lang="en-US" dirty="0"/>
              <a:t>Start the UF</a:t>
            </a:r>
          </a:p>
          <a:p>
            <a:r>
              <a:rPr lang="en-US" dirty="0"/>
              <a:t>Configure the UF to send data</a:t>
            </a:r>
          </a:p>
          <a:p>
            <a:r>
              <a:rPr lang="en-US" dirty="0"/>
              <a:t>Configure the UF to collect data from the host system</a:t>
            </a:r>
          </a:p>
        </p:txBody>
      </p:sp>
      <p:sp>
        <p:nvSpPr>
          <p:cNvPr id="3" name="Title 2">
            <a:extLst>
              <a:ext uri="{FF2B5EF4-FFF2-40B4-BE49-F238E27FC236}">
                <a16:creationId xmlns:a16="http://schemas.microsoft.com/office/drawing/2014/main" id="{704D663A-9339-A943-8C48-96003C769FC5}"/>
              </a:ext>
            </a:extLst>
          </p:cNvPr>
          <p:cNvSpPr>
            <a:spLocks noGrp="1"/>
          </p:cNvSpPr>
          <p:nvPr>
            <p:ph type="title"/>
          </p:nvPr>
        </p:nvSpPr>
        <p:spPr/>
        <p:txBody>
          <a:bodyPr/>
          <a:lstStyle/>
          <a:p>
            <a:r>
              <a:rPr lang="en-US" dirty="0"/>
              <a:t>Universal Forwarder Configuration Steps</a:t>
            </a:r>
          </a:p>
        </p:txBody>
      </p:sp>
      <p:pic>
        <p:nvPicPr>
          <p:cNvPr id="6" name="Picture Placeholder 5">
            <a:extLst>
              <a:ext uri="{FF2B5EF4-FFF2-40B4-BE49-F238E27FC236}">
                <a16:creationId xmlns:a16="http://schemas.microsoft.com/office/drawing/2014/main" id="{50024523-6B34-B549-A94A-A2EE15263662}"/>
              </a:ext>
            </a:extLst>
          </p:cNvPr>
          <p:cNvPicPr>
            <a:picLocks noGrp="1" noChangeAspect="1"/>
          </p:cNvPicPr>
          <p:nvPr>
            <p:ph type="pic" sz="quarter" idx="12"/>
          </p:nvPr>
        </p:nvPicPr>
        <p:blipFill rotWithShape="1">
          <a:blip r:embed="rId3"/>
          <a:srcRect l="-5919" t="-4397" r="-7175" b="-7533"/>
          <a:stretch/>
        </p:blipFill>
        <p:spPr>
          <a:xfrm>
            <a:off x="838199" y="2190750"/>
            <a:ext cx="3705629" cy="3667122"/>
          </a:xfrm>
        </p:spPr>
      </p:pic>
    </p:spTree>
    <p:extLst>
      <p:ext uri="{BB962C8B-B14F-4D97-AF65-F5344CB8AC3E}">
        <p14:creationId xmlns:p14="http://schemas.microsoft.com/office/powerpoint/2010/main" val="16267094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88B451C-ABB3-6247-BF55-1B1F7C2E01A5}"/>
              </a:ext>
            </a:extLst>
          </p:cNvPr>
          <p:cNvSpPr>
            <a:spLocks noGrp="1"/>
          </p:cNvSpPr>
          <p:nvPr>
            <p:ph type="body" sz="quarter" idx="10"/>
          </p:nvPr>
        </p:nvSpPr>
        <p:spPr/>
        <p:txBody>
          <a:bodyPr>
            <a:normAutofit/>
          </a:bodyPr>
          <a:lstStyle/>
          <a:p>
            <a:r>
              <a:rPr lang="en-US" dirty="0"/>
              <a:t>Configure a universal forwarder</a:t>
            </a:r>
          </a:p>
          <a:p>
            <a:r>
              <a:rPr lang="en-US" dirty="0"/>
              <a:t>Configure a heavy forwarder</a:t>
            </a:r>
          </a:p>
          <a:p>
            <a:r>
              <a:rPr lang="en-US" dirty="0"/>
              <a:t>Configure a monitor input</a:t>
            </a:r>
          </a:p>
          <a:p>
            <a:r>
              <a:rPr lang="en-US" dirty="0"/>
              <a:t>Upload data</a:t>
            </a:r>
          </a:p>
        </p:txBody>
      </p:sp>
    </p:spTree>
    <p:extLst>
      <p:ext uri="{BB962C8B-B14F-4D97-AF65-F5344CB8AC3E}">
        <p14:creationId xmlns:p14="http://schemas.microsoft.com/office/powerpoint/2010/main" val="41511644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0C65B6C-1C9A-5E42-A86E-584064988F92}"/>
              </a:ext>
            </a:extLst>
          </p:cNvPr>
          <p:cNvSpPr>
            <a:spLocks noGrp="1"/>
          </p:cNvSpPr>
          <p:nvPr>
            <p:ph type="body" sz="quarter" idx="10"/>
          </p:nvPr>
        </p:nvSpPr>
        <p:spPr/>
        <p:txBody>
          <a:bodyPr/>
          <a:lstStyle/>
          <a:p>
            <a:r>
              <a:rPr lang="en-US" dirty="0"/>
              <a:t>Splunk data pipeline</a:t>
            </a:r>
          </a:p>
          <a:p>
            <a:r>
              <a:rPr lang="en-US" dirty="0"/>
              <a:t>Configuring inputs</a:t>
            </a:r>
          </a:p>
          <a:p>
            <a:r>
              <a:rPr lang="en-US" dirty="0"/>
              <a:t>Types of forwarders</a:t>
            </a:r>
          </a:p>
          <a:p>
            <a:r>
              <a:rPr lang="en-US" dirty="0"/>
              <a:t>Configuring universal forwarders</a:t>
            </a:r>
          </a:p>
          <a:p>
            <a:r>
              <a:rPr lang="en-US" dirty="0"/>
              <a:t>Configuring </a:t>
            </a:r>
            <a:r>
              <a:rPr lang="en-US"/>
              <a:t>heavy forwarders</a:t>
            </a:r>
            <a:endParaRPr lang="en-US" dirty="0"/>
          </a:p>
        </p:txBody>
      </p:sp>
    </p:spTree>
    <p:extLst>
      <p:ext uri="{BB962C8B-B14F-4D97-AF65-F5344CB8AC3E}">
        <p14:creationId xmlns:p14="http://schemas.microsoft.com/office/powerpoint/2010/main" val="2822662092"/>
      </p:ext>
    </p:extLst>
  </p:cSld>
  <p:clrMapOvr>
    <a:masterClrMapping/>
  </p:clrMapOvr>
</p:sld>
</file>

<file path=ppt/theme/theme1.xml><?xml version="1.0" encoding="utf-8"?>
<a:theme xmlns:a="http://schemas.openxmlformats.org/drawingml/2006/main" name="Office Theme">
  <a:themeElements>
    <a:clrScheme name="SplunkCourses">
      <a:dk1>
        <a:srgbClr val="000000"/>
      </a:dk1>
      <a:lt1>
        <a:srgbClr val="FFFFFF"/>
      </a:lt1>
      <a:dk2>
        <a:srgbClr val="44546A"/>
      </a:dk2>
      <a:lt2>
        <a:srgbClr val="E7E6E6"/>
      </a:lt2>
      <a:accent1>
        <a:srgbClr val="2AB67B"/>
      </a:accent1>
      <a:accent2>
        <a:srgbClr val="11A7BB"/>
      </a:accent2>
      <a:accent3>
        <a:srgbClr val="10BC10"/>
      </a:accent3>
      <a:accent4>
        <a:srgbClr val="30ED30"/>
      </a:accent4>
      <a:accent5>
        <a:srgbClr val="47A024"/>
      </a:accent5>
      <a:accent6>
        <a:srgbClr val="FFD53C"/>
      </a:accent6>
      <a:hlink>
        <a:srgbClr val="57A392"/>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yTemplate" id="{26A0C1B6-715F-AC44-BCED-62087F6A59BD}" vid="{34A612B6-9B41-6346-AAFA-9D125A4274F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51</TotalTime>
  <Words>997</Words>
  <Application>Microsoft Office PowerPoint</Application>
  <PresentationFormat>Widescreen</PresentationFormat>
  <Paragraphs>140</Paragraphs>
  <Slides>15</Slides>
  <Notes>14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.Lucida Grande UI Regular</vt:lpstr>
      <vt:lpstr>Arial</vt:lpstr>
      <vt:lpstr>Calibri</vt:lpstr>
      <vt:lpstr>Oxygen</vt:lpstr>
      <vt:lpstr>Oxygen Mono</vt:lpstr>
      <vt:lpstr>Stone Sans</vt:lpstr>
      <vt:lpstr>Stone Sans Semi Bold</vt:lpstr>
      <vt:lpstr>Office Theme</vt:lpstr>
      <vt:lpstr>Getting Data in</vt:lpstr>
      <vt:lpstr>Splunk Inputs</vt:lpstr>
      <vt:lpstr>PowerPoint Presentation</vt:lpstr>
      <vt:lpstr>General Input Categories</vt:lpstr>
      <vt:lpstr>General Input Categories</vt:lpstr>
      <vt:lpstr>General Input Categories</vt:lpstr>
      <vt:lpstr>Other Data Sources</vt:lpstr>
      <vt:lpstr>Basic Settings for an Input</vt:lpstr>
      <vt:lpstr>Ways to Configure Inputs</vt:lpstr>
      <vt:lpstr>Ways to Configure Inputs</vt:lpstr>
      <vt:lpstr>Splunk Forwarder Types</vt:lpstr>
      <vt:lpstr>PowerPoint Presentation</vt:lpstr>
      <vt:lpstr>Universal Forwarder Configuration Steps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dc:title>
  <dc:creator>Adam Frisbee</dc:creator>
  <cp:lastModifiedBy>Adam Frisbee</cp:lastModifiedBy>
  <cp:revision>8</cp:revision>
  <dcterms:created xsi:type="dcterms:W3CDTF">2020-10-11T23:45:09Z</dcterms:created>
  <dcterms:modified xsi:type="dcterms:W3CDTF">2020-11-10T04:33:49Z</dcterms:modified>
</cp:coreProperties>
</file>